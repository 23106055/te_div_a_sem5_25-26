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 id="2147483666" r:id="rId2"/>
  </p:sldMasterIdLst>
  <p:notesMasterIdLst>
    <p:notesMasterId r:id="rId20"/>
  </p:notesMasterIdLst>
  <p:handoutMasterIdLst>
    <p:handoutMasterId r:id="rId21"/>
  </p:handoutMasterIdLst>
  <p:sldIdLst>
    <p:sldId id="256" r:id="rId3"/>
    <p:sldId id="270" r:id="rId4"/>
    <p:sldId id="263" r:id="rId5"/>
    <p:sldId id="283" r:id="rId6"/>
    <p:sldId id="284" r:id="rId7"/>
    <p:sldId id="277" r:id="rId8"/>
    <p:sldId id="266" r:id="rId9"/>
    <p:sldId id="279" r:id="rId10"/>
    <p:sldId id="260" r:id="rId11"/>
    <p:sldId id="267" r:id="rId12"/>
    <p:sldId id="281" r:id="rId13"/>
    <p:sldId id="280" r:id="rId14"/>
    <p:sldId id="274" r:id="rId15"/>
    <p:sldId id="273" r:id="rId16"/>
    <p:sldId id="271" r:id="rId17"/>
    <p:sldId id="282" r:id="rId18"/>
    <p:sldId id="261" r:id="rId19"/>
  </p:sldIdLst>
  <p:sldSz cx="10080625" cy="7559675"/>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34"/>
  </p:normalViewPr>
  <p:slideViewPr>
    <p:cSldViewPr snapToGrid="0">
      <p:cViewPr varScale="1">
        <p:scale>
          <a:sx n="71" d="100"/>
          <a:sy n="71" d="100"/>
        </p:scale>
        <p:origin x="1579" y="53"/>
      </p:cViewPr>
      <p:guideLst>
        <p:guide orient="horz" pos="2160"/>
        <p:guide pos="2880"/>
      </p:guideLst>
    </p:cSldViewPr>
  </p:slideViewPr>
  <p:notesTextViewPr>
    <p:cViewPr>
      <p:scale>
        <a:sx n="1" d="1"/>
        <a:sy n="1" d="1"/>
      </p:scale>
      <p:origin x="0" y="0"/>
    </p:cViewPr>
  </p:notesTextViewPr>
  <p:notesViewPr>
    <p:cSldViewPr snapToGrid="0">
      <p:cViewPr varScale="1">
        <p:scale>
          <a:sx n="48" d="100"/>
          <a:sy n="48" d="100"/>
        </p:scale>
        <p:origin x="-295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4281488" y="0"/>
            <a:ext cx="3276600" cy="534988"/>
          </a:xfrm>
          <a:prstGeom prst="rect">
            <a:avLst/>
          </a:prstGeom>
        </p:spPr>
        <p:txBody>
          <a:bodyPr vert="horz" lIns="91440" tIns="45720" rIns="91440" bIns="45720" rtlCol="0"/>
          <a:lstStyle>
            <a:lvl1pPr algn="r">
              <a:defRPr sz="1200"/>
            </a:lvl1pPr>
          </a:lstStyle>
          <a:p>
            <a:fld id="{18FF8BB6-0BFB-4A11-A54D-A754AFE1A43D}" type="datetimeFigureOut">
              <a:rPr lang="en-IN" smtClean="0"/>
              <a:t>10-10-2025</a:t>
            </a:fld>
            <a:endParaRPr lang="en-IN"/>
          </a:p>
        </p:txBody>
      </p:sp>
      <p:sp>
        <p:nvSpPr>
          <p:cNvPr id="4" name="Footer Placeholder 3"/>
          <p:cNvSpPr>
            <a:spLocks noGrp="1"/>
          </p:cNvSpPr>
          <p:nvPr>
            <p:ph type="ftr" sz="quarter" idx="2"/>
          </p:nvPr>
        </p:nvSpPr>
        <p:spPr>
          <a:xfrm>
            <a:off x="0" y="10155238"/>
            <a:ext cx="3276600" cy="5349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4281488" y="10155238"/>
            <a:ext cx="3276600" cy="534987"/>
          </a:xfrm>
          <a:prstGeom prst="rect">
            <a:avLst/>
          </a:prstGeom>
        </p:spPr>
        <p:txBody>
          <a:bodyPr vert="horz" lIns="91440" tIns="45720" rIns="91440" bIns="45720" rtlCol="0" anchor="b"/>
          <a:lstStyle>
            <a:lvl1pPr algn="r">
              <a:defRPr sz="1200"/>
            </a:lvl1pPr>
          </a:lstStyle>
          <a:p>
            <a:fld id="{466198A6-8D7A-4FFE-A56D-1AA476DD72F2}" type="slidenum">
              <a:rPr lang="en-IN" smtClean="0"/>
              <a:t>‹#›</a:t>
            </a:fld>
            <a:endParaRPr lang="en-IN"/>
          </a:p>
        </p:txBody>
      </p:sp>
    </p:spTree>
    <p:extLst>
      <p:ext uri="{BB962C8B-B14F-4D97-AF65-F5344CB8AC3E}">
        <p14:creationId xmlns:p14="http://schemas.microsoft.com/office/powerpoint/2010/main" val="258374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5900" y="812800"/>
            <a:ext cx="7126200" cy="4006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5650" y="5078412"/>
            <a:ext cx="6046800" cy="48102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6" name="Google Shape;6;n"/>
          <p:cNvSpPr txBox="1">
            <a:spLocks noGrp="1"/>
          </p:cNvSpPr>
          <p:nvPr>
            <p:ph type="dt" idx="10"/>
          </p:nvPr>
        </p:nvSpPr>
        <p:spPr>
          <a:xfrm>
            <a:off x="4278312" y="0"/>
            <a:ext cx="3279900"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7" name="Google Shape;7;n"/>
          <p:cNvSpPr txBox="1">
            <a:spLocks noGrp="1"/>
          </p:cNvSpPr>
          <p:nvPr>
            <p:ph type="ftr" idx="11"/>
          </p:nvPr>
        </p:nvSpPr>
        <p:spPr>
          <a:xfrm>
            <a:off x="0" y="10156825"/>
            <a:ext cx="3279900" cy="5334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8" name="Google Shape;8;n"/>
          <p:cNvSpPr txBox="1">
            <a:spLocks noGrp="1"/>
          </p:cNvSpPr>
          <p:nvPr>
            <p:ph type="sldNum" idx="12"/>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a:p>
        </p:txBody>
      </p:sp>
    </p:spTree>
    <p:extLst>
      <p:ext uri="{BB962C8B-B14F-4D97-AF65-F5344CB8AC3E}">
        <p14:creationId xmlns:p14="http://schemas.microsoft.com/office/powerpoint/2010/main" val="348895478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a:solidFill>
                  <a:srgbClr val="000000"/>
                </a:solidFill>
                <a:latin typeface="Trebuchet MS"/>
                <a:ea typeface="Trebuchet MS"/>
                <a:cs typeface="Trebuchet MS"/>
                <a:sym typeface="Trebuchet MS"/>
              </a:rPr>
              <a:t>1</a:t>
            </a:fld>
            <a:endParaRPr/>
          </a:p>
        </p:txBody>
      </p:sp>
      <p:sp>
        <p:nvSpPr>
          <p:cNvPr id="215" name="Google Shape;215;p2: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16" name="Google Shape;216;p2: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4: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3</a:t>
            </a:fld>
            <a:endParaRPr/>
          </a:p>
        </p:txBody>
      </p:sp>
      <p:sp>
        <p:nvSpPr>
          <p:cNvPr id="230" name="Google Shape;230;p4: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31" name="Google Shape;231;p4: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8: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7</a:t>
            </a:fld>
            <a:endParaRPr sz="1400" b="0" i="0" u="none" strike="noStrike" cap="none">
              <a:solidFill>
                <a:srgbClr val="000000"/>
              </a:solidFill>
              <a:latin typeface="Arial"/>
              <a:ea typeface="Arial"/>
              <a:cs typeface="Arial"/>
              <a:sym typeface="Arial"/>
            </a:endParaRPr>
          </a:p>
        </p:txBody>
      </p:sp>
      <p:sp>
        <p:nvSpPr>
          <p:cNvPr id="308" name="Google Shape;308;p8: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09" name="Google Shape;309;p8: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0: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strike="noStrike" cap="none">
                <a:solidFill>
                  <a:schemeClr val="dk1"/>
                </a:solidFill>
                <a:latin typeface="Trebuchet MS"/>
                <a:ea typeface="Trebuchet MS"/>
                <a:cs typeface="Trebuchet MS"/>
                <a:sym typeface="Trebuchet MS"/>
              </a:rPr>
              <a:t>9</a:t>
            </a:fld>
            <a:endParaRPr sz="1400" b="0" i="0" u="none" strike="noStrike" cap="none">
              <a:solidFill>
                <a:srgbClr val="000000"/>
              </a:solidFill>
              <a:latin typeface="Arial"/>
              <a:ea typeface="Arial"/>
              <a:cs typeface="Arial"/>
              <a:sym typeface="Arial"/>
            </a:endParaRPr>
          </a:p>
        </p:txBody>
      </p:sp>
      <p:sp>
        <p:nvSpPr>
          <p:cNvPr id="316" name="Google Shape;316;p10: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317" name="Google Shape;317;p10: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3:notes"/>
          <p:cNvSpPr txBox="1"/>
          <p:nvPr/>
        </p:nvSpPr>
        <p:spPr>
          <a:xfrm>
            <a:off x="4278312" y="10156825"/>
            <a:ext cx="3279900"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17</a:t>
            </a:fld>
            <a:endParaRPr/>
          </a:p>
        </p:txBody>
      </p:sp>
      <p:sp>
        <p:nvSpPr>
          <p:cNvPr id="295" name="Google Shape;295;p13: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96" name="Google Shape;296;p13:notes"/>
          <p:cNvSpPr txBox="1">
            <a:spLocks noGrp="1"/>
          </p:cNvSpPr>
          <p:nvPr>
            <p:ph type="body" idx="1"/>
          </p:nvPr>
        </p:nvSpPr>
        <p:spPr>
          <a:xfrm>
            <a:off x="755650" y="5078412"/>
            <a:ext cx="6048300" cy="4811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3968"/>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2"/>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29" name="Google Shape;29;p2"/>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0" name="Google Shape;30;p2"/>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 name="Google Shape;31;p2"/>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9"/>
        <p:cNvGrpSpPr/>
        <p:nvPr/>
      </p:nvGrpSpPr>
      <p:grpSpPr>
        <a:xfrm>
          <a:off x="0" y="0"/>
          <a:ext cx="0" cy="0"/>
          <a:chOff x="0" y="0"/>
          <a:chExt cx="0" cy="0"/>
        </a:xfrm>
      </p:grpSpPr>
      <p:sp>
        <p:nvSpPr>
          <p:cNvPr id="50" name="Google Shape;50;p4"/>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3968"/>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4"/>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52" name="Google Shape;52;p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 name="Google Shape;53;p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4" name="Google Shape;54;p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5"/>
          <p:cNvSpPr txBox="1">
            <a:spLocks noGrp="1"/>
          </p:cNvSpPr>
          <p:nvPr>
            <p:ph type="title"/>
          </p:nvPr>
        </p:nvSpPr>
        <p:spPr>
          <a:xfrm rot="5400000">
            <a:off x="4234694" y="3026822"/>
            <a:ext cx="5788800" cy="1079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5"/>
          <p:cNvSpPr txBox="1">
            <a:spLocks noGrp="1"/>
          </p:cNvSpPr>
          <p:nvPr>
            <p:ph type="body" idx="1"/>
          </p:nvPr>
        </p:nvSpPr>
        <p:spPr>
          <a:xfrm rot="5400000">
            <a:off x="641146" y="702722"/>
            <a:ext cx="5788800" cy="5727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58" name="Google Shape;58;p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9" name="Google Shape;59;p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0" name="Google Shape;60;p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1"/>
        <p:cNvGrpSpPr/>
        <p:nvPr/>
      </p:nvGrpSpPr>
      <p:grpSpPr>
        <a:xfrm>
          <a:off x="0" y="0"/>
          <a:ext cx="0" cy="0"/>
          <a:chOff x="0" y="0"/>
          <a:chExt cx="0" cy="0"/>
        </a:xfrm>
      </p:grpSpPr>
      <p:sp>
        <p:nvSpPr>
          <p:cNvPr id="62" name="Google Shape;62;p6"/>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6"/>
          <p:cNvSpPr txBox="1">
            <a:spLocks noGrp="1"/>
          </p:cNvSpPr>
          <p:nvPr>
            <p:ph type="body" idx="1"/>
          </p:nvPr>
        </p:nvSpPr>
        <p:spPr>
          <a:xfrm rot="5400000">
            <a:off x="2031162" y="1021500"/>
            <a:ext cx="4278300" cy="69978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64" name="Google Shape;64;p6"/>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5" name="Google Shape;65;p6"/>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 name="Google Shape;66;p6"/>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67"/>
        <p:cNvGrpSpPr/>
        <p:nvPr/>
      </p:nvGrpSpPr>
      <p:grpSpPr>
        <a:xfrm>
          <a:off x="0" y="0"/>
          <a:ext cx="0" cy="0"/>
          <a:chOff x="0" y="0"/>
          <a:chExt cx="0" cy="0"/>
        </a:xfrm>
      </p:grpSpPr>
      <p:sp>
        <p:nvSpPr>
          <p:cNvPr id="68" name="Google Shape;68;p7"/>
          <p:cNvSpPr txBox="1">
            <a:spLocks noGrp="1"/>
          </p:cNvSpPr>
          <p:nvPr>
            <p:ph type="title"/>
          </p:nvPr>
        </p:nvSpPr>
        <p:spPr>
          <a:xfrm>
            <a:off x="678930" y="671971"/>
            <a:ext cx="6990900" cy="3331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7"/>
          <p:cNvSpPr txBox="1">
            <a:spLocks noGrp="1"/>
          </p:cNvSpPr>
          <p:nvPr>
            <p:ph type="body" idx="1"/>
          </p:nvPr>
        </p:nvSpPr>
        <p:spPr>
          <a:xfrm>
            <a:off x="672038" y="4423810"/>
            <a:ext cx="6997800" cy="5670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Font typeface="Trebuchet MS"/>
              <a:buNone/>
              <a:defRPr sz="2646">
                <a:solidFill>
                  <a:schemeClr val="accent1"/>
                </a:solidFill>
              </a:defRPr>
            </a:lvl1pPr>
            <a:lvl2pPr marL="914400" lvl="1" indent="-228600" algn="l" rtl="0">
              <a:spcBef>
                <a:spcPts val="1100"/>
              </a:spcBef>
              <a:spcAft>
                <a:spcPts val="0"/>
              </a:spcAft>
              <a:buSzPts val="1360"/>
              <a:buFont typeface="Trebuchet MS"/>
              <a:buNone/>
              <a:defRPr/>
            </a:lvl2pPr>
            <a:lvl3pPr marL="1371600" lvl="2" indent="-228600" algn="l" rtl="0">
              <a:spcBef>
                <a:spcPts val="1100"/>
              </a:spcBef>
              <a:spcAft>
                <a:spcPts val="0"/>
              </a:spcAft>
              <a:buSzPts val="1200"/>
              <a:buFont typeface="Trebuchet MS"/>
              <a:buNone/>
              <a:defRPr/>
            </a:lvl3pPr>
            <a:lvl4pPr marL="1828800" lvl="3" indent="-228600" algn="l" rtl="0">
              <a:spcBef>
                <a:spcPts val="1100"/>
              </a:spcBef>
              <a:spcAft>
                <a:spcPts val="0"/>
              </a:spcAft>
              <a:buSzPts val="1040"/>
              <a:buFont typeface="Trebuchet MS"/>
              <a:buNone/>
              <a:defRPr/>
            </a:lvl4pPr>
            <a:lvl5pPr marL="2286000" lvl="4" indent="-228600" algn="l" rtl="0">
              <a:spcBef>
                <a:spcPts val="1100"/>
              </a:spcBef>
              <a:spcAft>
                <a:spcPts val="0"/>
              </a:spcAft>
              <a:buSzPts val="1040"/>
              <a:buFont typeface="Trebuchet MS"/>
              <a:buNone/>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70" name="Google Shape;70;p7"/>
          <p:cNvSpPr txBox="1">
            <a:spLocks noGrp="1"/>
          </p:cNvSpPr>
          <p:nvPr>
            <p:ph type="body" idx="2"/>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587"/>
              <a:buNone/>
              <a:defRPr sz="1984">
                <a:solidFill>
                  <a:srgbClr val="7F7F7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71" name="Google Shape;71;p7"/>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 name="Google Shape;72;p7"/>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 name="Google Shape;73;p7"/>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74"/>
        <p:cNvGrpSpPr/>
        <p:nvPr/>
      </p:nvGrpSpPr>
      <p:grpSpPr>
        <a:xfrm>
          <a:off x="0" y="0"/>
          <a:ext cx="0" cy="0"/>
          <a:chOff x="0" y="0"/>
          <a:chExt cx="0" cy="0"/>
        </a:xfrm>
      </p:grpSpPr>
      <p:sp>
        <p:nvSpPr>
          <p:cNvPr id="75" name="Google Shape;75;p8"/>
          <p:cNvSpPr txBox="1">
            <a:spLocks noGrp="1"/>
          </p:cNvSpPr>
          <p:nvPr>
            <p:ph type="title"/>
          </p:nvPr>
        </p:nvSpPr>
        <p:spPr>
          <a:xfrm>
            <a:off x="672040" y="2129659"/>
            <a:ext cx="6997800" cy="2861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8"/>
          <p:cNvSpPr txBox="1">
            <a:spLocks noGrp="1"/>
          </p:cNvSpPr>
          <p:nvPr>
            <p:ph type="body" idx="1"/>
          </p:nvPr>
        </p:nvSpPr>
        <p:spPr>
          <a:xfrm>
            <a:off x="672040" y="4990673"/>
            <a:ext cx="6997800" cy="16689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587"/>
              <a:buNone/>
              <a:defRPr sz="1984">
                <a:solidFill>
                  <a:srgbClr val="3F3F3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77" name="Google Shape;77;p8"/>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 name="Google Shape;78;p8"/>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9" name="Google Shape;79;p8"/>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0"/>
        <p:cNvGrpSpPr/>
        <p:nvPr/>
      </p:nvGrpSpPr>
      <p:grpSpPr>
        <a:xfrm>
          <a:off x="0" y="0"/>
          <a:ext cx="0" cy="0"/>
          <a:chOff x="0" y="0"/>
          <a:chExt cx="0" cy="0"/>
        </a:xfrm>
      </p:grpSpPr>
      <p:sp>
        <p:nvSpPr>
          <p:cNvPr id="81" name="Google Shape;81;p9"/>
          <p:cNvSpPr txBox="1">
            <a:spLocks noGrp="1"/>
          </p:cNvSpPr>
          <p:nvPr>
            <p:ph type="title"/>
          </p:nvPr>
        </p:nvSpPr>
        <p:spPr>
          <a:xfrm>
            <a:off x="672042" y="671971"/>
            <a:ext cx="6997800" cy="3751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485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9"/>
          <p:cNvSpPr txBox="1">
            <a:spLocks noGrp="1"/>
          </p:cNvSpPr>
          <p:nvPr>
            <p:ph type="body" idx="1"/>
          </p:nvPr>
        </p:nvSpPr>
        <p:spPr>
          <a:xfrm>
            <a:off x="672042" y="4927788"/>
            <a:ext cx="6997800" cy="1731600"/>
          </a:xfrm>
          <a:prstGeom prst="rect">
            <a:avLst/>
          </a:prstGeom>
          <a:noFill/>
          <a:ln>
            <a:noFill/>
          </a:ln>
        </p:spPr>
        <p:txBody>
          <a:bodyPr spcFirstLastPara="1" wrap="square" lIns="91425" tIns="45700" rIns="91425" bIns="45700" anchor="ctr" anchorCtr="0">
            <a:noAutofit/>
          </a:bodyPr>
          <a:lstStyle>
            <a:lvl1pPr marL="457200" lvl="0" indent="-228600" algn="l" rtl="0">
              <a:spcBef>
                <a:spcPts val="1100"/>
              </a:spcBef>
              <a:spcAft>
                <a:spcPts val="0"/>
              </a:spcAft>
              <a:buSzPts val="1587"/>
              <a:buNone/>
              <a:defRPr sz="1984">
                <a:solidFill>
                  <a:srgbClr val="3F3F3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83" name="Google Shape;83;p9"/>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4" name="Google Shape;84;p9"/>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5" name="Google Shape;85;p9"/>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10"/>
          <p:cNvSpPr txBox="1">
            <a:spLocks noGrp="1"/>
          </p:cNvSpPr>
          <p:nvPr>
            <p:ph type="title"/>
          </p:nvPr>
        </p:nvSpPr>
        <p:spPr>
          <a:xfrm>
            <a:off x="672041" y="5291772"/>
            <a:ext cx="6997800" cy="624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646"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 name="Google Shape;88;p10"/>
          <p:cNvSpPr>
            <a:spLocks noGrp="1"/>
          </p:cNvSpPr>
          <p:nvPr>
            <p:ph type="pic" idx="2"/>
          </p:nvPr>
        </p:nvSpPr>
        <p:spPr>
          <a:xfrm>
            <a:off x="672041" y="671971"/>
            <a:ext cx="6997800" cy="4239300"/>
          </a:xfrm>
          <a:prstGeom prst="rect">
            <a:avLst/>
          </a:prstGeom>
          <a:noFill/>
          <a:ln>
            <a:noFill/>
          </a:ln>
        </p:spPr>
      </p:sp>
      <p:sp>
        <p:nvSpPr>
          <p:cNvPr id="89" name="Google Shape;89;p10"/>
          <p:cNvSpPr txBox="1">
            <a:spLocks noGrp="1"/>
          </p:cNvSpPr>
          <p:nvPr>
            <p:ph type="body" idx="1"/>
          </p:nvPr>
        </p:nvSpPr>
        <p:spPr>
          <a:xfrm>
            <a:off x="672041" y="5916496"/>
            <a:ext cx="6997800" cy="7431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058"/>
              <a:buNone/>
              <a:defRPr sz="1323"/>
            </a:lvl1pPr>
            <a:lvl2pPr marL="914400" lvl="1" indent="-228600" algn="l" rtl="0">
              <a:spcBef>
                <a:spcPts val="1100"/>
              </a:spcBef>
              <a:spcAft>
                <a:spcPts val="0"/>
              </a:spcAft>
              <a:buSzPts val="1058"/>
              <a:buNone/>
              <a:defRPr sz="1323"/>
            </a:lvl2pPr>
            <a:lvl3pPr marL="1371600" lvl="2" indent="-228600" algn="l" rtl="0">
              <a:spcBef>
                <a:spcPts val="1100"/>
              </a:spcBef>
              <a:spcAft>
                <a:spcPts val="0"/>
              </a:spcAft>
              <a:buSzPts val="882"/>
              <a:buNone/>
              <a:defRPr sz="1102"/>
            </a:lvl3pPr>
            <a:lvl4pPr marL="1828800" lvl="3" indent="-228600" algn="l" rtl="0">
              <a:spcBef>
                <a:spcPts val="1100"/>
              </a:spcBef>
              <a:spcAft>
                <a:spcPts val="0"/>
              </a:spcAft>
              <a:buSzPts val="794"/>
              <a:buNone/>
              <a:defRPr sz="992"/>
            </a:lvl4pPr>
            <a:lvl5pPr marL="2286000" lvl="4" indent="-228600" algn="l" rtl="0">
              <a:spcBef>
                <a:spcPts val="1100"/>
              </a:spcBef>
              <a:spcAft>
                <a:spcPts val="0"/>
              </a:spcAft>
              <a:buSzPts val="794"/>
              <a:buNone/>
              <a:defRPr sz="992"/>
            </a:lvl5pPr>
            <a:lvl6pPr marL="2743200" lvl="5" indent="-228600" algn="l" rtl="0">
              <a:spcBef>
                <a:spcPts val="1102"/>
              </a:spcBef>
              <a:spcAft>
                <a:spcPts val="0"/>
              </a:spcAft>
              <a:buSzPts val="794"/>
              <a:buNone/>
              <a:defRPr sz="992"/>
            </a:lvl6pPr>
            <a:lvl7pPr marL="3200400" lvl="6" indent="-228600" algn="l" rtl="0">
              <a:spcBef>
                <a:spcPts val="1102"/>
              </a:spcBef>
              <a:spcAft>
                <a:spcPts val="0"/>
              </a:spcAft>
              <a:buSzPts val="794"/>
              <a:buNone/>
              <a:defRPr sz="992"/>
            </a:lvl7pPr>
            <a:lvl8pPr marL="3657600" lvl="7" indent="-228600" algn="l" rtl="0">
              <a:spcBef>
                <a:spcPts val="1102"/>
              </a:spcBef>
              <a:spcAft>
                <a:spcPts val="0"/>
              </a:spcAft>
              <a:buSzPts val="794"/>
              <a:buNone/>
              <a:defRPr sz="992"/>
            </a:lvl8pPr>
            <a:lvl9pPr marL="4114800" lvl="8" indent="-228600" algn="l" rtl="0">
              <a:spcBef>
                <a:spcPts val="1102"/>
              </a:spcBef>
              <a:spcAft>
                <a:spcPts val="0"/>
              </a:spcAft>
              <a:buSzPts val="794"/>
              <a:buNone/>
              <a:defRPr sz="992"/>
            </a:lvl9pPr>
          </a:lstStyle>
          <a:p>
            <a:endParaRPr/>
          </a:p>
        </p:txBody>
      </p:sp>
      <p:sp>
        <p:nvSpPr>
          <p:cNvPr id="90" name="Google Shape;90;p10"/>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1" name="Google Shape;91;p10"/>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2" name="Google Shape;92;p10"/>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3"/>
        <p:cNvGrpSpPr/>
        <p:nvPr/>
      </p:nvGrpSpPr>
      <p:grpSpPr>
        <a:xfrm>
          <a:off x="0" y="0"/>
          <a:ext cx="0" cy="0"/>
          <a:chOff x="0" y="0"/>
          <a:chExt cx="0" cy="0"/>
        </a:xfrm>
      </p:grpSpPr>
      <p:sp>
        <p:nvSpPr>
          <p:cNvPr id="94" name="Google Shape;94;p11"/>
          <p:cNvSpPr txBox="1">
            <a:spLocks noGrp="1"/>
          </p:cNvSpPr>
          <p:nvPr>
            <p:ph type="title"/>
          </p:nvPr>
        </p:nvSpPr>
        <p:spPr>
          <a:xfrm>
            <a:off x="672041" y="1651933"/>
            <a:ext cx="3075900" cy="14094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2205"/>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 name="Google Shape;95;p11"/>
          <p:cNvSpPr txBox="1">
            <a:spLocks noGrp="1"/>
          </p:cNvSpPr>
          <p:nvPr>
            <p:ph type="body" idx="1"/>
          </p:nvPr>
        </p:nvSpPr>
        <p:spPr>
          <a:xfrm>
            <a:off x="3937083" y="567610"/>
            <a:ext cx="3732900" cy="60918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96" name="Google Shape;96;p11"/>
          <p:cNvSpPr txBox="1">
            <a:spLocks noGrp="1"/>
          </p:cNvSpPr>
          <p:nvPr>
            <p:ph type="body" idx="2"/>
          </p:nvPr>
        </p:nvSpPr>
        <p:spPr>
          <a:xfrm>
            <a:off x="672041" y="3061205"/>
            <a:ext cx="3075900" cy="28488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234"/>
              <a:buNone/>
              <a:defRPr sz="1543"/>
            </a:lvl1pPr>
            <a:lvl2pPr marL="914400" lvl="1" indent="-228600" algn="l" rtl="0">
              <a:spcBef>
                <a:spcPts val="1100"/>
              </a:spcBef>
              <a:spcAft>
                <a:spcPts val="0"/>
              </a:spcAft>
              <a:buSzPts val="926"/>
              <a:buNone/>
              <a:defRPr sz="1157"/>
            </a:lvl2pPr>
            <a:lvl3pPr marL="1371600" lvl="2" indent="-228600" algn="l" rtl="0">
              <a:spcBef>
                <a:spcPts val="1100"/>
              </a:spcBef>
              <a:spcAft>
                <a:spcPts val="0"/>
              </a:spcAft>
              <a:buSzPts val="794"/>
              <a:buNone/>
              <a:defRPr sz="992"/>
            </a:lvl3pPr>
            <a:lvl4pPr marL="1828800" lvl="3" indent="-228600" algn="l" rtl="0">
              <a:spcBef>
                <a:spcPts val="1100"/>
              </a:spcBef>
              <a:spcAft>
                <a:spcPts val="0"/>
              </a:spcAft>
              <a:buSzPts val="662"/>
              <a:buNone/>
              <a:defRPr sz="827"/>
            </a:lvl4pPr>
            <a:lvl5pPr marL="2286000" lvl="4" indent="-228600" algn="l" rtl="0">
              <a:spcBef>
                <a:spcPts val="1100"/>
              </a:spcBef>
              <a:spcAft>
                <a:spcPts val="0"/>
              </a:spcAft>
              <a:buSzPts val="662"/>
              <a:buNone/>
              <a:defRPr sz="827"/>
            </a:lvl5pPr>
            <a:lvl6pPr marL="2743200" lvl="5" indent="-228600" algn="l" rtl="0">
              <a:spcBef>
                <a:spcPts val="1102"/>
              </a:spcBef>
              <a:spcAft>
                <a:spcPts val="0"/>
              </a:spcAft>
              <a:buSzPts val="662"/>
              <a:buNone/>
              <a:defRPr sz="827"/>
            </a:lvl6pPr>
            <a:lvl7pPr marL="3200400" lvl="6" indent="-228600" algn="l" rtl="0">
              <a:spcBef>
                <a:spcPts val="1102"/>
              </a:spcBef>
              <a:spcAft>
                <a:spcPts val="0"/>
              </a:spcAft>
              <a:buSzPts val="662"/>
              <a:buNone/>
              <a:defRPr sz="827"/>
            </a:lvl7pPr>
            <a:lvl8pPr marL="3657600" lvl="7" indent="-228600" algn="l" rtl="0">
              <a:spcBef>
                <a:spcPts val="1102"/>
              </a:spcBef>
              <a:spcAft>
                <a:spcPts val="0"/>
              </a:spcAft>
              <a:buSzPts val="662"/>
              <a:buNone/>
              <a:defRPr sz="827"/>
            </a:lvl8pPr>
            <a:lvl9pPr marL="4114800" lvl="8" indent="-228600" algn="l" rtl="0">
              <a:spcBef>
                <a:spcPts val="1102"/>
              </a:spcBef>
              <a:spcAft>
                <a:spcPts val="0"/>
              </a:spcAft>
              <a:buSzPts val="662"/>
              <a:buNone/>
              <a:defRPr sz="827"/>
            </a:lvl9pPr>
          </a:lstStyle>
          <a:p>
            <a:endParaRPr/>
          </a:p>
        </p:txBody>
      </p:sp>
      <p:sp>
        <p:nvSpPr>
          <p:cNvPr id="97" name="Google Shape;97;p1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8" name="Google Shape;98;p1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9" name="Google Shape;99;p1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12"/>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2" name="Google Shape;102;p12"/>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3" name="Google Shape;103;p12"/>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13"/>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 name="Google Shape;106;p1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7" name="Google Shape;107;p1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8" name="Google Shape;108;p1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672041"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 name="Google Shape;111;p14"/>
          <p:cNvSpPr txBox="1">
            <a:spLocks noGrp="1"/>
          </p:cNvSpPr>
          <p:nvPr>
            <p:ph type="body" idx="1"/>
          </p:nvPr>
        </p:nvSpPr>
        <p:spPr>
          <a:xfrm>
            <a:off x="672041"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None/>
              <a:defRPr sz="2646" b="0"/>
            </a:lvl1pPr>
            <a:lvl2pPr marL="914400" lvl="1" indent="-228600" algn="l" rtl="0">
              <a:spcBef>
                <a:spcPts val="1100"/>
              </a:spcBef>
              <a:spcAft>
                <a:spcPts val="0"/>
              </a:spcAft>
              <a:buSzPts val="1764"/>
              <a:buNone/>
              <a:defRPr sz="2205" b="1"/>
            </a:lvl2pPr>
            <a:lvl3pPr marL="1371600" lvl="2" indent="-228600" algn="l" rtl="0">
              <a:spcBef>
                <a:spcPts val="1100"/>
              </a:spcBef>
              <a:spcAft>
                <a:spcPts val="0"/>
              </a:spcAft>
              <a:buSzPts val="1587"/>
              <a:buNone/>
              <a:defRPr sz="1984" b="1"/>
            </a:lvl3pPr>
            <a:lvl4pPr marL="1828800" lvl="3" indent="-228600" algn="l" rtl="0">
              <a:spcBef>
                <a:spcPts val="1100"/>
              </a:spcBef>
              <a:spcAft>
                <a:spcPts val="0"/>
              </a:spcAft>
              <a:buSzPts val="1411"/>
              <a:buNone/>
              <a:defRPr sz="1764" b="1"/>
            </a:lvl4pPr>
            <a:lvl5pPr marL="2286000" lvl="4" indent="-228600" algn="l" rtl="0">
              <a:spcBef>
                <a:spcPts val="1100"/>
              </a:spcBef>
              <a:spcAft>
                <a:spcPts val="0"/>
              </a:spcAft>
              <a:buSzPts val="1411"/>
              <a:buNone/>
              <a:defRPr sz="1764" b="1"/>
            </a:lvl5pPr>
            <a:lvl6pPr marL="2743200" lvl="5" indent="-228600" algn="l" rtl="0">
              <a:spcBef>
                <a:spcPts val="1102"/>
              </a:spcBef>
              <a:spcAft>
                <a:spcPts val="0"/>
              </a:spcAft>
              <a:buSzPts val="1411"/>
              <a:buNone/>
              <a:defRPr sz="1764" b="1"/>
            </a:lvl6pPr>
            <a:lvl7pPr marL="3200400" lvl="6" indent="-228600" algn="l" rtl="0">
              <a:spcBef>
                <a:spcPts val="1102"/>
              </a:spcBef>
              <a:spcAft>
                <a:spcPts val="0"/>
              </a:spcAft>
              <a:buSzPts val="1411"/>
              <a:buNone/>
              <a:defRPr sz="1764" b="1"/>
            </a:lvl7pPr>
            <a:lvl8pPr marL="3657600" lvl="7" indent="-228600" algn="l" rtl="0">
              <a:spcBef>
                <a:spcPts val="1102"/>
              </a:spcBef>
              <a:spcAft>
                <a:spcPts val="0"/>
              </a:spcAft>
              <a:buSzPts val="1411"/>
              <a:buNone/>
              <a:defRPr sz="1764" b="1"/>
            </a:lvl8pPr>
            <a:lvl9pPr marL="4114800" lvl="8" indent="-228600" algn="l" rtl="0">
              <a:spcBef>
                <a:spcPts val="1102"/>
              </a:spcBef>
              <a:spcAft>
                <a:spcPts val="0"/>
              </a:spcAft>
              <a:buSzPts val="1411"/>
              <a:buNone/>
              <a:defRPr sz="1764" b="1"/>
            </a:lvl9pPr>
          </a:lstStyle>
          <a:p>
            <a:endParaRPr/>
          </a:p>
        </p:txBody>
      </p:sp>
      <p:sp>
        <p:nvSpPr>
          <p:cNvPr id="112" name="Google Shape;112;p14"/>
          <p:cNvSpPr txBox="1">
            <a:spLocks noGrp="1"/>
          </p:cNvSpPr>
          <p:nvPr>
            <p:ph type="body" idx="2"/>
          </p:nvPr>
        </p:nvSpPr>
        <p:spPr>
          <a:xfrm>
            <a:off x="672041"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113" name="Google Shape;113;p14"/>
          <p:cNvSpPr txBox="1">
            <a:spLocks noGrp="1"/>
          </p:cNvSpPr>
          <p:nvPr>
            <p:ph type="body" idx="3"/>
          </p:nvPr>
        </p:nvSpPr>
        <p:spPr>
          <a:xfrm>
            <a:off x="4262702" y="2382084"/>
            <a:ext cx="3407400" cy="635100"/>
          </a:xfrm>
          <a:prstGeom prst="rect">
            <a:avLst/>
          </a:prstGeom>
          <a:noFill/>
          <a:ln>
            <a:noFill/>
          </a:ln>
        </p:spPr>
        <p:txBody>
          <a:bodyPr spcFirstLastPara="1" wrap="square" lIns="91425" tIns="45700" rIns="91425" bIns="45700" anchor="b" anchorCtr="0">
            <a:noAutofit/>
          </a:bodyPr>
          <a:lstStyle>
            <a:lvl1pPr marL="457200" lvl="0" indent="-228600" algn="l" rtl="0">
              <a:spcBef>
                <a:spcPts val="1100"/>
              </a:spcBef>
              <a:spcAft>
                <a:spcPts val="0"/>
              </a:spcAft>
              <a:buSzPts val="2117"/>
              <a:buNone/>
              <a:defRPr sz="2646" b="0"/>
            </a:lvl1pPr>
            <a:lvl2pPr marL="914400" lvl="1" indent="-228600" algn="l" rtl="0">
              <a:spcBef>
                <a:spcPts val="1100"/>
              </a:spcBef>
              <a:spcAft>
                <a:spcPts val="0"/>
              </a:spcAft>
              <a:buSzPts val="1764"/>
              <a:buNone/>
              <a:defRPr sz="2205" b="1"/>
            </a:lvl2pPr>
            <a:lvl3pPr marL="1371600" lvl="2" indent="-228600" algn="l" rtl="0">
              <a:spcBef>
                <a:spcPts val="1100"/>
              </a:spcBef>
              <a:spcAft>
                <a:spcPts val="0"/>
              </a:spcAft>
              <a:buSzPts val="1587"/>
              <a:buNone/>
              <a:defRPr sz="1984" b="1"/>
            </a:lvl3pPr>
            <a:lvl4pPr marL="1828800" lvl="3" indent="-228600" algn="l" rtl="0">
              <a:spcBef>
                <a:spcPts val="1100"/>
              </a:spcBef>
              <a:spcAft>
                <a:spcPts val="0"/>
              </a:spcAft>
              <a:buSzPts val="1411"/>
              <a:buNone/>
              <a:defRPr sz="1764" b="1"/>
            </a:lvl4pPr>
            <a:lvl5pPr marL="2286000" lvl="4" indent="-228600" algn="l" rtl="0">
              <a:spcBef>
                <a:spcPts val="1100"/>
              </a:spcBef>
              <a:spcAft>
                <a:spcPts val="0"/>
              </a:spcAft>
              <a:buSzPts val="1411"/>
              <a:buNone/>
              <a:defRPr sz="1764" b="1"/>
            </a:lvl5pPr>
            <a:lvl6pPr marL="2743200" lvl="5" indent="-228600" algn="l" rtl="0">
              <a:spcBef>
                <a:spcPts val="1102"/>
              </a:spcBef>
              <a:spcAft>
                <a:spcPts val="0"/>
              </a:spcAft>
              <a:buSzPts val="1411"/>
              <a:buNone/>
              <a:defRPr sz="1764" b="1"/>
            </a:lvl6pPr>
            <a:lvl7pPr marL="3200400" lvl="6" indent="-228600" algn="l" rtl="0">
              <a:spcBef>
                <a:spcPts val="1102"/>
              </a:spcBef>
              <a:spcAft>
                <a:spcPts val="0"/>
              </a:spcAft>
              <a:buSzPts val="1411"/>
              <a:buNone/>
              <a:defRPr sz="1764" b="1"/>
            </a:lvl7pPr>
            <a:lvl8pPr marL="3657600" lvl="7" indent="-228600" algn="l" rtl="0">
              <a:spcBef>
                <a:spcPts val="1102"/>
              </a:spcBef>
              <a:spcAft>
                <a:spcPts val="0"/>
              </a:spcAft>
              <a:buSzPts val="1411"/>
              <a:buNone/>
              <a:defRPr sz="1764" b="1"/>
            </a:lvl8pPr>
            <a:lvl9pPr marL="4114800" lvl="8" indent="-228600" algn="l" rtl="0">
              <a:spcBef>
                <a:spcPts val="1102"/>
              </a:spcBef>
              <a:spcAft>
                <a:spcPts val="0"/>
              </a:spcAft>
              <a:buSzPts val="1411"/>
              <a:buNone/>
              <a:defRPr sz="1764" b="1"/>
            </a:lvl9pPr>
          </a:lstStyle>
          <a:p>
            <a:endParaRPr/>
          </a:p>
        </p:txBody>
      </p:sp>
      <p:sp>
        <p:nvSpPr>
          <p:cNvPr id="114" name="Google Shape;114;p14"/>
          <p:cNvSpPr txBox="1">
            <a:spLocks noGrp="1"/>
          </p:cNvSpPr>
          <p:nvPr>
            <p:ph type="body" idx="4"/>
          </p:nvPr>
        </p:nvSpPr>
        <p:spPr>
          <a:xfrm>
            <a:off x="4262702" y="3017307"/>
            <a:ext cx="3407400" cy="3642300"/>
          </a:xfrm>
          <a:prstGeom prst="rect">
            <a:avLst/>
          </a:prstGeom>
          <a:noFill/>
          <a:ln>
            <a:noFill/>
          </a:ln>
        </p:spPr>
        <p:txBody>
          <a:bodyPr spcFirstLastPara="1" wrap="square" lIns="91425" tIns="45700" rIns="91425" bIns="45700" anchor="t" anchorCtr="0">
            <a:noAutofit/>
          </a:bodyPr>
          <a:lstStyle>
            <a:lvl1pPr marL="457200" lvl="0" indent="-320040" algn="l" rtl="0">
              <a:spcBef>
                <a:spcPts val="1100"/>
              </a:spcBef>
              <a:spcAft>
                <a:spcPts val="0"/>
              </a:spcAft>
              <a:buSzPts val="1440"/>
              <a:buChar char="►"/>
              <a:defRPr/>
            </a:lvl1pPr>
            <a:lvl2pPr marL="914400" lvl="1" indent="-320040" algn="l" rtl="0">
              <a:spcBef>
                <a:spcPts val="1100"/>
              </a:spcBef>
              <a:spcAft>
                <a:spcPts val="0"/>
              </a:spcAft>
              <a:buSzPts val="1440"/>
              <a:buChar char="►"/>
              <a:defRPr/>
            </a:lvl2pPr>
            <a:lvl3pPr marL="1371600" lvl="2" indent="-320039" algn="l" rtl="0">
              <a:spcBef>
                <a:spcPts val="1100"/>
              </a:spcBef>
              <a:spcAft>
                <a:spcPts val="0"/>
              </a:spcAft>
              <a:buSzPts val="1440"/>
              <a:buChar char="►"/>
              <a:defRPr/>
            </a:lvl3pPr>
            <a:lvl4pPr marL="1828800" lvl="3" indent="-320039" algn="l" rtl="0">
              <a:spcBef>
                <a:spcPts val="1100"/>
              </a:spcBef>
              <a:spcAft>
                <a:spcPts val="0"/>
              </a:spcAft>
              <a:buSzPts val="1440"/>
              <a:buChar char="►"/>
              <a:defRPr/>
            </a:lvl4pPr>
            <a:lvl5pPr marL="2286000" lvl="4" indent="-320039" algn="l" rtl="0">
              <a:spcBef>
                <a:spcPts val="1100"/>
              </a:spcBef>
              <a:spcAft>
                <a:spcPts val="0"/>
              </a:spcAft>
              <a:buSzPts val="1440"/>
              <a:buChar char="►"/>
              <a:defRPr/>
            </a:lvl5pPr>
            <a:lvl6pPr marL="2743200" lvl="5" indent="-320039" algn="l" rtl="0">
              <a:spcBef>
                <a:spcPts val="1102"/>
              </a:spcBef>
              <a:spcAft>
                <a:spcPts val="0"/>
              </a:spcAft>
              <a:buSzPts val="1440"/>
              <a:buChar char="►"/>
              <a:defRPr/>
            </a:lvl6pPr>
            <a:lvl7pPr marL="3200400" lvl="6" indent="-320039" algn="l" rtl="0">
              <a:spcBef>
                <a:spcPts val="1102"/>
              </a:spcBef>
              <a:spcAft>
                <a:spcPts val="0"/>
              </a:spcAft>
              <a:buSzPts val="1440"/>
              <a:buChar char="►"/>
              <a:defRPr/>
            </a:lvl7pPr>
            <a:lvl8pPr marL="3657600" lvl="7" indent="-320040" algn="l" rtl="0">
              <a:spcBef>
                <a:spcPts val="1102"/>
              </a:spcBef>
              <a:spcAft>
                <a:spcPts val="0"/>
              </a:spcAft>
              <a:buSzPts val="1440"/>
              <a:buChar char="►"/>
              <a:defRPr/>
            </a:lvl8pPr>
            <a:lvl9pPr marL="4114800" lvl="8" indent="-320040" algn="l" rtl="0">
              <a:spcBef>
                <a:spcPts val="1102"/>
              </a:spcBef>
              <a:spcAft>
                <a:spcPts val="0"/>
              </a:spcAft>
              <a:buSzPts val="1440"/>
              <a:buChar char="►"/>
              <a:defRPr/>
            </a:lvl9pPr>
          </a:lstStyle>
          <a:p>
            <a:endParaRPr/>
          </a:p>
        </p:txBody>
      </p:sp>
      <p:sp>
        <p:nvSpPr>
          <p:cNvPr id="115" name="Google Shape;115;p14"/>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6" name="Google Shape;116;p14"/>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7" name="Google Shape;117;p14"/>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8"/>
        <p:cNvGrpSpPr/>
        <p:nvPr/>
      </p:nvGrpSpPr>
      <p:grpSpPr>
        <a:xfrm>
          <a:off x="0" y="0"/>
          <a:ext cx="0" cy="0"/>
          <a:chOff x="0" y="0"/>
          <a:chExt cx="0" cy="0"/>
        </a:xfrm>
      </p:grpSpPr>
      <p:sp>
        <p:nvSpPr>
          <p:cNvPr id="119" name="Google Shape;119;p15"/>
          <p:cNvSpPr txBox="1">
            <a:spLocks noGrp="1"/>
          </p:cNvSpPr>
          <p:nvPr>
            <p:ph type="title"/>
          </p:nvPr>
        </p:nvSpPr>
        <p:spPr>
          <a:xfrm>
            <a:off x="672042" y="671971"/>
            <a:ext cx="6997800" cy="14559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0" name="Google Shape;120;p15"/>
          <p:cNvSpPr txBox="1">
            <a:spLocks noGrp="1"/>
          </p:cNvSpPr>
          <p:nvPr>
            <p:ph type="body" idx="1"/>
          </p:nvPr>
        </p:nvSpPr>
        <p:spPr>
          <a:xfrm>
            <a:off x="672042" y="2381649"/>
            <a:ext cx="3404400" cy="4277700"/>
          </a:xfrm>
          <a:prstGeom prst="rect">
            <a:avLst/>
          </a:prstGeom>
          <a:noFill/>
          <a:ln>
            <a:noFill/>
          </a:ln>
        </p:spPr>
        <p:txBody>
          <a:bodyPr spcFirstLastPara="1" wrap="square" lIns="91425" tIns="45700" rIns="91425" bIns="45700" anchor="t" anchorCtr="0">
            <a:noAutofit/>
          </a:bodyPr>
          <a:lstStyle>
            <a:lvl1pPr marL="457200" lvl="0" indent="-329387" algn="l" rtl="0">
              <a:spcBef>
                <a:spcPts val="1100"/>
              </a:spcBef>
              <a:spcAft>
                <a:spcPts val="0"/>
              </a:spcAft>
              <a:buSzPts val="1587"/>
              <a:buChar char="►"/>
              <a:defRPr sz="1984"/>
            </a:lvl1pPr>
            <a:lvl2pPr marL="914400" lvl="1" indent="-318211" algn="l" rtl="0">
              <a:spcBef>
                <a:spcPts val="1100"/>
              </a:spcBef>
              <a:spcAft>
                <a:spcPts val="0"/>
              </a:spcAft>
              <a:buSzPts val="1411"/>
              <a:buChar char="►"/>
              <a:defRPr sz="1764"/>
            </a:lvl2pPr>
            <a:lvl3pPr marL="1371600" lvl="2" indent="-306984" algn="l" rtl="0">
              <a:spcBef>
                <a:spcPts val="1100"/>
              </a:spcBef>
              <a:spcAft>
                <a:spcPts val="0"/>
              </a:spcAft>
              <a:buSzPts val="1234"/>
              <a:buChar char="►"/>
              <a:defRPr sz="1543"/>
            </a:lvl3pPr>
            <a:lvl4pPr marL="1828800" lvl="3" indent="-295808" algn="l" rtl="0">
              <a:spcBef>
                <a:spcPts val="1100"/>
              </a:spcBef>
              <a:spcAft>
                <a:spcPts val="0"/>
              </a:spcAft>
              <a:buSzPts val="1058"/>
              <a:buChar char="►"/>
              <a:defRPr sz="1323"/>
            </a:lvl4pPr>
            <a:lvl5pPr marL="2286000" lvl="4" indent="-295808" algn="l" rtl="0">
              <a:spcBef>
                <a:spcPts val="1100"/>
              </a:spcBef>
              <a:spcAft>
                <a:spcPts val="0"/>
              </a:spcAft>
              <a:buSzPts val="1058"/>
              <a:buChar char="►"/>
              <a:defRPr sz="1323"/>
            </a:lvl5pPr>
            <a:lvl6pPr marL="2743200" lvl="5" indent="-295808" algn="l" rtl="0">
              <a:spcBef>
                <a:spcPts val="1102"/>
              </a:spcBef>
              <a:spcAft>
                <a:spcPts val="0"/>
              </a:spcAft>
              <a:buSzPts val="1058"/>
              <a:buChar char="►"/>
              <a:defRPr sz="1323"/>
            </a:lvl6pPr>
            <a:lvl7pPr marL="3200400" lvl="6" indent="-295808" algn="l" rtl="0">
              <a:spcBef>
                <a:spcPts val="1102"/>
              </a:spcBef>
              <a:spcAft>
                <a:spcPts val="0"/>
              </a:spcAft>
              <a:buSzPts val="1058"/>
              <a:buChar char="►"/>
              <a:defRPr sz="1323"/>
            </a:lvl7pPr>
            <a:lvl8pPr marL="3657600" lvl="7" indent="-295808" algn="l" rtl="0">
              <a:spcBef>
                <a:spcPts val="1102"/>
              </a:spcBef>
              <a:spcAft>
                <a:spcPts val="0"/>
              </a:spcAft>
              <a:buSzPts val="1058"/>
              <a:buChar char="►"/>
              <a:defRPr sz="1323"/>
            </a:lvl8pPr>
            <a:lvl9pPr marL="4114800" lvl="8" indent="-295808" algn="l" rtl="0">
              <a:spcBef>
                <a:spcPts val="1102"/>
              </a:spcBef>
              <a:spcAft>
                <a:spcPts val="0"/>
              </a:spcAft>
              <a:buSzPts val="1058"/>
              <a:buChar char="►"/>
              <a:defRPr sz="1323"/>
            </a:lvl9pPr>
          </a:lstStyle>
          <a:p>
            <a:endParaRPr/>
          </a:p>
        </p:txBody>
      </p:sp>
      <p:sp>
        <p:nvSpPr>
          <p:cNvPr id="121" name="Google Shape;121;p15"/>
          <p:cNvSpPr txBox="1">
            <a:spLocks noGrp="1"/>
          </p:cNvSpPr>
          <p:nvPr>
            <p:ph type="body" idx="2"/>
          </p:nvPr>
        </p:nvSpPr>
        <p:spPr>
          <a:xfrm>
            <a:off x="4265529" y="2381651"/>
            <a:ext cx="3404400" cy="4277700"/>
          </a:xfrm>
          <a:prstGeom prst="rect">
            <a:avLst/>
          </a:prstGeom>
          <a:noFill/>
          <a:ln>
            <a:noFill/>
          </a:ln>
        </p:spPr>
        <p:txBody>
          <a:bodyPr spcFirstLastPara="1" wrap="square" lIns="91425" tIns="45700" rIns="91425" bIns="45700" anchor="t" anchorCtr="0">
            <a:noAutofit/>
          </a:bodyPr>
          <a:lstStyle>
            <a:lvl1pPr marL="457200" lvl="0" indent="-329387" algn="l" rtl="0">
              <a:spcBef>
                <a:spcPts val="1100"/>
              </a:spcBef>
              <a:spcAft>
                <a:spcPts val="0"/>
              </a:spcAft>
              <a:buSzPts val="1587"/>
              <a:buChar char="►"/>
              <a:defRPr sz="1984"/>
            </a:lvl1pPr>
            <a:lvl2pPr marL="914400" lvl="1" indent="-318211" algn="l" rtl="0">
              <a:spcBef>
                <a:spcPts val="1100"/>
              </a:spcBef>
              <a:spcAft>
                <a:spcPts val="0"/>
              </a:spcAft>
              <a:buSzPts val="1411"/>
              <a:buChar char="►"/>
              <a:defRPr sz="1764"/>
            </a:lvl2pPr>
            <a:lvl3pPr marL="1371600" lvl="2" indent="-306984" algn="l" rtl="0">
              <a:spcBef>
                <a:spcPts val="1100"/>
              </a:spcBef>
              <a:spcAft>
                <a:spcPts val="0"/>
              </a:spcAft>
              <a:buSzPts val="1234"/>
              <a:buChar char="►"/>
              <a:defRPr sz="1543"/>
            </a:lvl3pPr>
            <a:lvl4pPr marL="1828800" lvl="3" indent="-295808" algn="l" rtl="0">
              <a:spcBef>
                <a:spcPts val="1100"/>
              </a:spcBef>
              <a:spcAft>
                <a:spcPts val="0"/>
              </a:spcAft>
              <a:buSzPts val="1058"/>
              <a:buChar char="►"/>
              <a:defRPr sz="1323"/>
            </a:lvl4pPr>
            <a:lvl5pPr marL="2286000" lvl="4" indent="-295808" algn="l" rtl="0">
              <a:spcBef>
                <a:spcPts val="1100"/>
              </a:spcBef>
              <a:spcAft>
                <a:spcPts val="0"/>
              </a:spcAft>
              <a:buSzPts val="1058"/>
              <a:buChar char="►"/>
              <a:defRPr sz="1323"/>
            </a:lvl5pPr>
            <a:lvl6pPr marL="2743200" lvl="5" indent="-295808" algn="l" rtl="0">
              <a:spcBef>
                <a:spcPts val="1102"/>
              </a:spcBef>
              <a:spcAft>
                <a:spcPts val="0"/>
              </a:spcAft>
              <a:buSzPts val="1058"/>
              <a:buChar char="►"/>
              <a:defRPr sz="1323"/>
            </a:lvl6pPr>
            <a:lvl7pPr marL="3200400" lvl="6" indent="-295808" algn="l" rtl="0">
              <a:spcBef>
                <a:spcPts val="1102"/>
              </a:spcBef>
              <a:spcAft>
                <a:spcPts val="0"/>
              </a:spcAft>
              <a:buSzPts val="1058"/>
              <a:buChar char="►"/>
              <a:defRPr sz="1323"/>
            </a:lvl7pPr>
            <a:lvl8pPr marL="3657600" lvl="7" indent="-295808" algn="l" rtl="0">
              <a:spcBef>
                <a:spcPts val="1102"/>
              </a:spcBef>
              <a:spcAft>
                <a:spcPts val="0"/>
              </a:spcAft>
              <a:buSzPts val="1058"/>
              <a:buChar char="►"/>
              <a:defRPr sz="1323"/>
            </a:lvl8pPr>
            <a:lvl9pPr marL="4114800" lvl="8" indent="-295808" algn="l" rtl="0">
              <a:spcBef>
                <a:spcPts val="1102"/>
              </a:spcBef>
              <a:spcAft>
                <a:spcPts val="0"/>
              </a:spcAft>
              <a:buSzPts val="1058"/>
              <a:buChar char="►"/>
              <a:defRPr sz="1323"/>
            </a:lvl9pPr>
          </a:lstStyle>
          <a:p>
            <a:endParaRPr/>
          </a:p>
        </p:txBody>
      </p:sp>
      <p:sp>
        <p:nvSpPr>
          <p:cNvPr id="122" name="Google Shape;122;p15"/>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3" name="Google Shape;123;p15"/>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4" name="Google Shape;124;p15"/>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72040" y="2977208"/>
            <a:ext cx="6997800" cy="2013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4409"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7" name="Google Shape;127;p16"/>
          <p:cNvSpPr txBox="1">
            <a:spLocks noGrp="1"/>
          </p:cNvSpPr>
          <p:nvPr>
            <p:ph type="body" idx="1"/>
          </p:nvPr>
        </p:nvSpPr>
        <p:spPr>
          <a:xfrm>
            <a:off x="672040" y="4990673"/>
            <a:ext cx="6997800" cy="948300"/>
          </a:xfrm>
          <a:prstGeom prst="rect">
            <a:avLst/>
          </a:prstGeom>
          <a:noFill/>
          <a:ln>
            <a:noFill/>
          </a:ln>
        </p:spPr>
        <p:txBody>
          <a:bodyPr spcFirstLastPara="1" wrap="square" lIns="91425" tIns="45700" rIns="91425" bIns="45700" anchor="t" anchorCtr="0">
            <a:noAutofit/>
          </a:bodyPr>
          <a:lstStyle>
            <a:lvl1pPr marL="457200" lvl="0" indent="-228600" algn="l" rtl="0">
              <a:spcBef>
                <a:spcPts val="1100"/>
              </a:spcBef>
              <a:spcAft>
                <a:spcPts val="0"/>
              </a:spcAft>
              <a:buSzPts val="1764"/>
              <a:buNone/>
              <a:defRPr sz="2205">
                <a:solidFill>
                  <a:srgbClr val="7F7F7F"/>
                </a:solidFill>
              </a:defRPr>
            </a:lvl1pPr>
            <a:lvl2pPr marL="914400" lvl="1" indent="-228600" algn="l" rtl="0">
              <a:spcBef>
                <a:spcPts val="1100"/>
              </a:spcBef>
              <a:spcAft>
                <a:spcPts val="0"/>
              </a:spcAft>
              <a:buSzPts val="1587"/>
              <a:buNone/>
              <a:defRPr sz="1984">
                <a:solidFill>
                  <a:srgbClr val="888888"/>
                </a:solidFill>
              </a:defRPr>
            </a:lvl2pPr>
            <a:lvl3pPr marL="1371600" lvl="2" indent="-228600" algn="l" rtl="0">
              <a:spcBef>
                <a:spcPts val="1100"/>
              </a:spcBef>
              <a:spcAft>
                <a:spcPts val="0"/>
              </a:spcAft>
              <a:buSzPts val="1411"/>
              <a:buNone/>
              <a:defRPr sz="1764">
                <a:solidFill>
                  <a:srgbClr val="888888"/>
                </a:solidFill>
              </a:defRPr>
            </a:lvl3pPr>
            <a:lvl4pPr marL="1828800" lvl="3" indent="-228600" algn="l" rtl="0">
              <a:spcBef>
                <a:spcPts val="1100"/>
              </a:spcBef>
              <a:spcAft>
                <a:spcPts val="0"/>
              </a:spcAft>
              <a:buSzPts val="1234"/>
              <a:buNone/>
              <a:defRPr sz="1543">
                <a:solidFill>
                  <a:srgbClr val="888888"/>
                </a:solidFill>
              </a:defRPr>
            </a:lvl4pPr>
            <a:lvl5pPr marL="2286000" lvl="4" indent="-228600" algn="l" rtl="0">
              <a:spcBef>
                <a:spcPts val="1100"/>
              </a:spcBef>
              <a:spcAft>
                <a:spcPts val="0"/>
              </a:spcAft>
              <a:buSzPts val="1234"/>
              <a:buNone/>
              <a:defRPr sz="1543">
                <a:solidFill>
                  <a:srgbClr val="888888"/>
                </a:solidFill>
              </a:defRPr>
            </a:lvl5pPr>
            <a:lvl6pPr marL="2743200" lvl="5" indent="-228600" algn="l" rtl="0">
              <a:spcBef>
                <a:spcPts val="1102"/>
              </a:spcBef>
              <a:spcAft>
                <a:spcPts val="0"/>
              </a:spcAft>
              <a:buSzPts val="1234"/>
              <a:buNone/>
              <a:defRPr sz="1543">
                <a:solidFill>
                  <a:srgbClr val="888888"/>
                </a:solidFill>
              </a:defRPr>
            </a:lvl6pPr>
            <a:lvl7pPr marL="3200400" lvl="6" indent="-228600" algn="l" rtl="0">
              <a:spcBef>
                <a:spcPts val="1102"/>
              </a:spcBef>
              <a:spcAft>
                <a:spcPts val="0"/>
              </a:spcAft>
              <a:buSzPts val="1234"/>
              <a:buNone/>
              <a:defRPr sz="1543">
                <a:solidFill>
                  <a:srgbClr val="888888"/>
                </a:solidFill>
              </a:defRPr>
            </a:lvl7pPr>
            <a:lvl8pPr marL="3657600" lvl="7" indent="-228600" algn="l" rtl="0">
              <a:spcBef>
                <a:spcPts val="1102"/>
              </a:spcBef>
              <a:spcAft>
                <a:spcPts val="0"/>
              </a:spcAft>
              <a:buSzPts val="1234"/>
              <a:buNone/>
              <a:defRPr sz="1543">
                <a:solidFill>
                  <a:srgbClr val="888888"/>
                </a:solidFill>
              </a:defRPr>
            </a:lvl8pPr>
            <a:lvl9pPr marL="4114800" lvl="8" indent="-228600" algn="l" rtl="0">
              <a:spcBef>
                <a:spcPts val="1102"/>
              </a:spcBef>
              <a:spcAft>
                <a:spcPts val="0"/>
              </a:spcAft>
              <a:buSzPts val="1234"/>
              <a:buNone/>
              <a:defRPr sz="1543">
                <a:solidFill>
                  <a:srgbClr val="888888"/>
                </a:solidFill>
              </a:defRPr>
            </a:lvl9pPr>
          </a:lstStyle>
          <a:p>
            <a:endParaRPr/>
          </a:p>
        </p:txBody>
      </p:sp>
      <p:sp>
        <p:nvSpPr>
          <p:cNvPr id="128" name="Google Shape;128;p16"/>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lvl="0" algn="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9" name="Google Shape;129;p16"/>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0" name="Google Shape;130;p16"/>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9525" y="-9525"/>
            <a:ext cx="10108886" cy="7579449"/>
            <a:chOff x="-8467" y="-8468"/>
            <a:chExt cx="9169889" cy="6875407"/>
          </a:xfrm>
        </p:grpSpPr>
        <p:sp>
          <p:nvSpPr>
            <p:cNvPr id="11" name="Google Shape;11;p1"/>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cxnSp>
          <p:nvCxnSpPr>
            <p:cNvPr id="12" name="Google Shape;12;p1"/>
            <p:cNvCxnSpPr/>
            <p:nvPr/>
          </p:nvCxnSpPr>
          <p:spPr>
            <a:xfrm rot="10800000" flipH="1">
              <a:off x="5130869" y="4174927"/>
              <a:ext cx="4021800" cy="2682900"/>
            </a:xfrm>
            <a:prstGeom prst="straightConnector1">
              <a:avLst/>
            </a:prstGeom>
            <a:noFill/>
            <a:ln w="9525" cap="rnd" cmpd="sng">
              <a:solidFill>
                <a:schemeClr val="accent1">
                  <a:alpha val="69800"/>
                </a:schemeClr>
              </a:solidFill>
              <a:prstDash val="solid"/>
              <a:miter lim="800000"/>
              <a:headEnd type="none" w="med" len="med"/>
              <a:tailEnd type="none" w="med" len="med"/>
            </a:ln>
          </p:spPr>
        </p:cxnSp>
        <p:cxnSp>
          <p:nvCxnSpPr>
            <p:cNvPr id="13" name="Google Shape;13;p1"/>
            <p:cNvCxnSpPr/>
            <p:nvPr/>
          </p:nvCxnSpPr>
          <p:spPr>
            <a:xfrm>
              <a:off x="7043180" y="172"/>
              <a:ext cx="1218300" cy="6857700"/>
            </a:xfrm>
            <a:prstGeom prst="straightConnector1">
              <a:avLst/>
            </a:prstGeom>
            <a:noFill/>
            <a:ln w="9525" cap="rnd" cmpd="sng">
              <a:solidFill>
                <a:schemeClr val="accent1">
                  <a:alpha val="69800"/>
                </a:schemeClr>
              </a:solidFill>
              <a:prstDash val="solid"/>
              <a:miter lim="800000"/>
              <a:headEnd type="none" w="med" len="med"/>
              <a:tailEnd type="none" w="med" len="med"/>
            </a:ln>
          </p:spPr>
        </p:cxnSp>
        <p:sp>
          <p:nvSpPr>
            <p:cNvPr id="14" name="Google Shape;14;p1"/>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9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5" name="Google Shape;15;p1"/>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1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6" name="Google Shape;16;p1"/>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7" name="Google Shape;17;p1"/>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8" name="Google Shape;18;p1"/>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9" name="Google Shape;19;p1"/>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7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0" name="Google Shape;20;p1"/>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grpSp>
      <p:sp>
        <p:nvSpPr>
          <p:cNvPr id="21" name="Google Shape;21;p1"/>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grpSp>
        <p:nvGrpSpPr>
          <p:cNvPr id="33" name="Google Shape;33;p3"/>
          <p:cNvGrpSpPr/>
          <p:nvPr/>
        </p:nvGrpSpPr>
        <p:grpSpPr>
          <a:xfrm>
            <a:off x="-9525" y="-9525"/>
            <a:ext cx="10108886" cy="7579449"/>
            <a:chOff x="-8467" y="-8468"/>
            <a:chExt cx="9169889" cy="6875407"/>
          </a:xfrm>
        </p:grpSpPr>
        <p:sp>
          <p:nvSpPr>
            <p:cNvPr id="34" name="Google Shape;34;p3"/>
            <p:cNvSpPr/>
            <p:nvPr/>
          </p:nvSpPr>
          <p:spPr>
            <a:xfrm>
              <a:off x="-8467" y="4013672"/>
              <a:ext cx="458343" cy="2853267"/>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cxnSp>
          <p:nvCxnSpPr>
            <p:cNvPr id="35" name="Google Shape;35;p3"/>
            <p:cNvCxnSpPr/>
            <p:nvPr/>
          </p:nvCxnSpPr>
          <p:spPr>
            <a:xfrm rot="10800000" flipH="1">
              <a:off x="5130869" y="4174927"/>
              <a:ext cx="4021800" cy="2682900"/>
            </a:xfrm>
            <a:prstGeom prst="straightConnector1">
              <a:avLst/>
            </a:prstGeom>
            <a:noFill/>
            <a:ln w="9525" cap="rnd" cmpd="sng">
              <a:solidFill>
                <a:schemeClr val="accent1">
                  <a:alpha val="69800"/>
                </a:schemeClr>
              </a:solidFill>
              <a:prstDash val="solid"/>
              <a:miter lim="800000"/>
              <a:headEnd type="none" w="med" len="med"/>
              <a:tailEnd type="none" w="med" len="med"/>
            </a:ln>
          </p:spPr>
        </p:cxnSp>
        <p:cxnSp>
          <p:nvCxnSpPr>
            <p:cNvPr id="36" name="Google Shape;36;p3"/>
            <p:cNvCxnSpPr/>
            <p:nvPr/>
          </p:nvCxnSpPr>
          <p:spPr>
            <a:xfrm>
              <a:off x="7043180" y="172"/>
              <a:ext cx="1218300" cy="6857700"/>
            </a:xfrm>
            <a:prstGeom prst="straightConnector1">
              <a:avLst/>
            </a:prstGeom>
            <a:noFill/>
            <a:ln w="9525" cap="rnd" cmpd="sng">
              <a:solidFill>
                <a:schemeClr val="accent1">
                  <a:alpha val="69800"/>
                </a:schemeClr>
              </a:solidFill>
              <a:prstDash val="solid"/>
              <a:miter lim="800000"/>
              <a:headEnd type="none" w="med" len="med"/>
              <a:tailEnd type="none" w="med" len="med"/>
            </a:ln>
          </p:spPr>
        </p:cxnSp>
        <p:sp>
          <p:nvSpPr>
            <p:cNvPr id="37" name="Google Shape;37;p3"/>
            <p:cNvSpPr/>
            <p:nvPr/>
          </p:nvSpPr>
          <p:spPr>
            <a:xfrm>
              <a:off x="6891980" y="172"/>
              <a:ext cx="2269442" cy="6866466"/>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9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38" name="Google Shape;38;p3"/>
            <p:cNvSpPr/>
            <p:nvPr/>
          </p:nvSpPr>
          <p:spPr>
            <a:xfrm>
              <a:off x="7204459" y="-8468"/>
              <a:ext cx="1948147" cy="68664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1961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39" name="Google Shape;39;p3"/>
            <p:cNvSpPr/>
            <p:nvPr/>
          </p:nvSpPr>
          <p:spPr>
            <a:xfrm>
              <a:off x="6638542" y="3920066"/>
              <a:ext cx="2509944" cy="293370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0" name="Google Shape;40;p3"/>
            <p:cNvSpPr/>
            <p:nvPr/>
          </p:nvSpPr>
          <p:spPr>
            <a:xfrm>
              <a:off x="7010060" y="-8468"/>
              <a:ext cx="2139950" cy="68664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8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1" name="Google Shape;41;p3"/>
            <p:cNvSpPr/>
            <p:nvPr/>
          </p:nvSpPr>
          <p:spPr>
            <a:xfrm>
              <a:off x="8295974" y="-8468"/>
              <a:ext cx="855810" cy="68664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2" name="Google Shape;42;p3"/>
            <p:cNvSpPr/>
            <p:nvPr/>
          </p:nvSpPr>
          <p:spPr>
            <a:xfrm>
              <a:off x="8094375" y="-8468"/>
              <a:ext cx="1067005" cy="68664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57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3" name="Google Shape;43;p3"/>
            <p:cNvSpPr/>
            <p:nvPr/>
          </p:nvSpPr>
          <p:spPr>
            <a:xfrm>
              <a:off x="8068455" y="4893559"/>
              <a:ext cx="1092200" cy="196088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49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grpSp>
      <p:sp>
        <p:nvSpPr>
          <p:cNvPr id="44" name="Google Shape;44;p3"/>
          <p:cNvSpPr txBox="1">
            <a:spLocks noGrp="1"/>
          </p:cNvSpPr>
          <p:nvPr>
            <p:ph type="title"/>
          </p:nvPr>
        </p:nvSpPr>
        <p:spPr>
          <a:xfrm>
            <a:off x="671512" y="671512"/>
            <a:ext cx="6997800" cy="1455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45" name="Google Shape;45;p3"/>
          <p:cNvSpPr txBox="1">
            <a:spLocks noGrp="1"/>
          </p:cNvSpPr>
          <p:nvPr>
            <p:ph type="body" idx="1"/>
          </p:nvPr>
        </p:nvSpPr>
        <p:spPr>
          <a:xfrm>
            <a:off x="671512" y="2381250"/>
            <a:ext cx="6997800" cy="4278300"/>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46" name="Google Shape;46;p3"/>
          <p:cNvSpPr txBox="1">
            <a:spLocks noGrp="1"/>
          </p:cNvSpPr>
          <p:nvPr>
            <p:ph type="dt" idx="10"/>
          </p:nvPr>
        </p:nvSpPr>
        <p:spPr>
          <a:xfrm>
            <a:off x="5959475" y="6659562"/>
            <a:ext cx="754200" cy="4017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7" name="Google Shape;47;p3"/>
          <p:cNvSpPr txBox="1">
            <a:spLocks noGrp="1"/>
          </p:cNvSpPr>
          <p:nvPr>
            <p:ph type="ftr" idx="11"/>
          </p:nvPr>
        </p:nvSpPr>
        <p:spPr>
          <a:xfrm>
            <a:off x="671512" y="6659562"/>
            <a:ext cx="5097600" cy="401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8" name="Google Shape;48;p3"/>
          <p:cNvSpPr txBox="1">
            <a:spLocks noGrp="1"/>
          </p:cNvSpPr>
          <p:nvPr>
            <p:ph type="sldNum" idx="12"/>
          </p:nvPr>
        </p:nvSpPr>
        <p:spPr>
          <a:xfrm>
            <a:off x="7104062" y="6659562"/>
            <a:ext cx="565200" cy="401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UMRUOXfz8PkZzffbKYi9Yr-C4Cu1t1VW/view?usp=drive_link" TargetMode="External"/><Relationship Id="rId2" Type="http://schemas.openxmlformats.org/officeDocument/2006/relationships/hyperlink" Target="https://drive.google.com/file/d/1EuF_fT43h20ok2wMkFB2FGsgQVVcTEh_/view?usp=drive_link" TargetMode="External"/><Relationship Id="rId1" Type="http://schemas.openxmlformats.org/officeDocument/2006/relationships/slideLayout" Target="../slideLayouts/slideLayout10.xml"/><Relationship Id="rId6" Type="http://schemas.openxmlformats.org/officeDocument/2006/relationships/hyperlink" Target="https://drive.google.com/file/d/18xmyvHehW6b_d8mVt40h4dmvlYbKZT14/view?usp=drive_link" TargetMode="External"/><Relationship Id="rId5" Type="http://schemas.openxmlformats.org/officeDocument/2006/relationships/hyperlink" Target="https://drive.google.com/file/d/1QdD1uXSLoSyDKS5V5dS9ToipkocNyF_r/view?usp=drive_link" TargetMode="External"/><Relationship Id="rId4" Type="http://schemas.openxmlformats.org/officeDocument/2006/relationships/hyperlink" Target="https://drive.google.com/file/d/1yBbOR6ffz0DT5AWzpjeLdwy7A2SYxhOA/view?usp=drive_link"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
          <p:cNvSpPr txBox="1"/>
          <p:nvPr/>
        </p:nvSpPr>
        <p:spPr>
          <a:xfrm>
            <a:off x="503236" y="2319477"/>
            <a:ext cx="8696181" cy="5060811"/>
          </a:xfrm>
          <a:prstGeom prst="rect">
            <a:avLst/>
          </a:prstGeom>
          <a:noFill/>
          <a:ln>
            <a:noFill/>
          </a:ln>
        </p:spPr>
        <p:txBody>
          <a:bodyPr spcFirstLastPara="1" wrap="square" lIns="0" tIns="31675" rIns="0" bIns="0" anchor="ctr" anchorCtr="0">
            <a:noAutofit/>
          </a:bodyPr>
          <a:lstStyle/>
          <a:p>
            <a:pPr lvl="0" algn="ctr">
              <a:lnSpc>
                <a:spcPct val="93000"/>
              </a:lnSpc>
              <a:buSzPts val="3600"/>
            </a:pPr>
            <a:r>
              <a:rPr lang="en-IN" sz="3600" dirty="0"/>
              <a:t>MENTAL HEALTH WELLNESS USING AI AGENT</a:t>
            </a:r>
          </a:p>
          <a:p>
            <a:pPr lvl="0" algn="ctr">
              <a:lnSpc>
                <a:spcPct val="93000"/>
              </a:lnSpc>
              <a:buSzPts val="3600"/>
            </a:pPr>
            <a:endParaRPr lang="en-IN" sz="3600" dirty="0"/>
          </a:p>
          <a:p>
            <a:pPr lvl="0" algn="ctr">
              <a:lnSpc>
                <a:spcPct val="93000"/>
              </a:lnSpc>
              <a:buSzPts val="3600"/>
            </a:pPr>
            <a:r>
              <a:rPr lang="en-IN" sz="3200" dirty="0"/>
              <a:t>Sagar Mane:- 23106032 </a:t>
            </a:r>
          </a:p>
          <a:p>
            <a:pPr lvl="0" algn="ctr">
              <a:lnSpc>
                <a:spcPct val="93000"/>
              </a:lnSpc>
              <a:buSzPts val="3600"/>
            </a:pPr>
            <a:r>
              <a:rPr lang="en-IN" sz="3200" dirty="0" err="1"/>
              <a:t>Rajanya</a:t>
            </a:r>
            <a:r>
              <a:rPr lang="en-IN" sz="3200" dirty="0"/>
              <a:t> Kshatriya:- 23106096 </a:t>
            </a:r>
          </a:p>
          <a:p>
            <a:pPr lvl="0" algn="ctr">
              <a:lnSpc>
                <a:spcPct val="93000"/>
              </a:lnSpc>
              <a:buSzPts val="3600"/>
            </a:pPr>
            <a:r>
              <a:rPr lang="en-IN" sz="3200" dirty="0" err="1"/>
              <a:t>Ramnarayan</a:t>
            </a:r>
            <a:r>
              <a:rPr lang="en-IN" sz="3200" dirty="0"/>
              <a:t> Maurya:-23106119 </a:t>
            </a:r>
          </a:p>
          <a:p>
            <a:pPr lvl="0" algn="ctr">
              <a:lnSpc>
                <a:spcPct val="93000"/>
              </a:lnSpc>
              <a:buSzPts val="3600"/>
            </a:pPr>
            <a:r>
              <a:rPr lang="en-IN" sz="3200" dirty="0"/>
              <a:t>Sarvesh Bhartu:- 23106019 </a:t>
            </a:r>
            <a:endParaRPr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chemeClr val="dk1"/>
              </a:buClr>
              <a:buSzPts val="3200"/>
              <a:buFont typeface="Trebuchet MS"/>
              <a:buNone/>
            </a:pPr>
            <a:endParaRPr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lvl="0" algn="ctr">
              <a:lnSpc>
                <a:spcPct val="93000"/>
              </a:lnSpc>
              <a:buSzPts val="2800"/>
            </a:pPr>
            <a:r>
              <a:rPr lang="en-US" sz="3200" b="1" dirty="0">
                <a:latin typeface="Times New Roman" panose="02020603050405020304" pitchFamily="18" charset="0"/>
                <a:ea typeface="Times New Roman"/>
                <a:cs typeface="Times New Roman" panose="02020603050405020304" pitchFamily="18" charset="0"/>
                <a:sym typeface="Times New Roman"/>
              </a:rPr>
              <a:t>Project Guide</a:t>
            </a:r>
          </a:p>
          <a:p>
            <a:pPr lvl="0" algn="ctr">
              <a:lnSpc>
                <a:spcPct val="93000"/>
              </a:lnSpc>
              <a:buSzPts val="2800"/>
            </a:pPr>
            <a:r>
              <a:rPr lang="en-US" sz="3200" b="1" dirty="0">
                <a:latin typeface="Times New Roman" panose="02020603050405020304" pitchFamily="18" charset="0"/>
                <a:ea typeface="Times New Roman"/>
                <a:cs typeface="Times New Roman" panose="02020603050405020304" pitchFamily="18" charset="0"/>
                <a:sym typeface="Times New Roman"/>
              </a:rPr>
              <a:t>Dr. Bharti </a:t>
            </a:r>
            <a:r>
              <a:rPr lang="en-US" sz="3200" b="1" dirty="0" err="1">
                <a:latin typeface="Times New Roman" panose="02020603050405020304" pitchFamily="18" charset="0"/>
                <a:ea typeface="Times New Roman"/>
                <a:cs typeface="Times New Roman" panose="02020603050405020304" pitchFamily="18" charset="0"/>
                <a:sym typeface="Times New Roman"/>
              </a:rPr>
              <a:t>Khemani</a:t>
            </a:r>
            <a:endParaRPr lang="en-US" sz="2800" b="1" dirty="0">
              <a:latin typeface="Times New Roman" panose="02020603050405020304" pitchFamily="18" charset="0"/>
              <a:ea typeface="Times New Roman"/>
              <a:cs typeface="Times New Roman" panose="02020603050405020304" pitchFamily="18" charset="0"/>
              <a:sym typeface="Times New Roman"/>
            </a:endParaRPr>
          </a:p>
          <a:p>
            <a:pPr lvl="0" algn="ctr">
              <a:lnSpc>
                <a:spcPct val="93000"/>
              </a:lnSpc>
              <a:buSzPts val="2800"/>
              <a:defRPr/>
            </a:pPr>
            <a:r>
              <a:rPr lang="en-US" sz="3200" b="1" dirty="0">
                <a:latin typeface="Times New Roman" panose="02020603050405020304" pitchFamily="18" charset="0"/>
                <a:cs typeface="Times New Roman" panose="02020603050405020304" pitchFamily="18" charset="0"/>
                <a:sym typeface="Times New Roman"/>
              </a:rPr>
              <a:t>Academic year 2025-26</a:t>
            </a:r>
            <a:endParaRPr lang="en-US" sz="1600" dirty="0">
              <a:latin typeface="Times New Roman" panose="02020603050405020304" pitchFamily="18" charset="0"/>
              <a:cs typeface="Times New Roman" panose="02020603050405020304" pitchFamily="18" charset="0"/>
            </a:endParaRPr>
          </a:p>
          <a:p>
            <a:pPr marL="0" marR="0" lvl="0" indent="0" algn="ctr" rtl="0">
              <a:lnSpc>
                <a:spcPct val="93000"/>
              </a:lnSpc>
              <a:spcBef>
                <a:spcPts val="0"/>
              </a:spcBef>
              <a:spcAft>
                <a:spcPts val="0"/>
              </a:spcAft>
              <a:buClr>
                <a:schemeClr val="dk1"/>
              </a:buClr>
              <a:buSzPts val="3200"/>
              <a:buFont typeface="Trebuchet MS"/>
              <a:buNone/>
            </a:pPr>
            <a:endParaRPr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93000"/>
              </a:lnSpc>
              <a:spcBef>
                <a:spcPts val="0"/>
              </a:spcBef>
              <a:spcAft>
                <a:spcPts val="0"/>
              </a:spcAft>
              <a:buClr>
                <a:schemeClr val="dk1"/>
              </a:buClr>
              <a:buSzPts val="3200"/>
              <a:buFont typeface="Trebuchet MS"/>
              <a:buNone/>
            </a:pPr>
            <a:endParaRPr sz="3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cxnSp>
        <p:nvCxnSpPr>
          <p:cNvPr id="302" name="Google Shape;302;p1"/>
          <p:cNvCxnSpPr/>
          <p:nvPr/>
        </p:nvCxnSpPr>
        <p:spPr>
          <a:xfrm>
            <a:off x="0" y="1743075"/>
            <a:ext cx="10080600" cy="0"/>
          </a:xfrm>
          <a:prstGeom prst="straightConnector1">
            <a:avLst/>
          </a:prstGeom>
          <a:noFill/>
          <a:ln w="25400" cap="rnd" cmpd="sng">
            <a:solidFill>
              <a:schemeClr val="dk1"/>
            </a:solidFill>
            <a:prstDash val="solid"/>
            <a:miter lim="800000"/>
            <a:headEnd type="none" w="sm" len="sm"/>
            <a:tailEnd type="none" w="sm" len="sm"/>
          </a:ln>
          <a:effectLst>
            <a:outerShdw blurRad="63500" dist="25400" dir="5400000">
              <a:srgbClr val="000000">
                <a:alpha val="34510"/>
              </a:srgbClr>
            </a:outerShdw>
          </a:effectLst>
        </p:spPr>
      </p:cxnSp>
      <p:pic>
        <p:nvPicPr>
          <p:cNvPr id="303" name="Google Shape;303;p1"/>
          <p:cNvPicPr preferRelativeResize="0"/>
          <p:nvPr/>
        </p:nvPicPr>
        <p:blipFill rotWithShape="1">
          <a:blip r:embed="rId3">
            <a:alphaModFix/>
          </a:blip>
          <a:srcRect/>
          <a:stretch/>
        </p:blipFill>
        <p:spPr>
          <a:xfrm>
            <a:off x="863600" y="179387"/>
            <a:ext cx="7705724" cy="137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11F52-1DC8-FCBA-2611-A04616893E98}"/>
              </a:ext>
            </a:extLst>
          </p:cNvPr>
          <p:cNvSpPr>
            <a:spLocks noGrp="1"/>
          </p:cNvSpPr>
          <p:nvPr>
            <p:ph type="title"/>
          </p:nvPr>
        </p:nvSpPr>
        <p:spPr/>
        <p:txBody>
          <a:bodyPr/>
          <a:lstStyle/>
          <a:p>
            <a:pPr algn="ctr"/>
            <a:r>
              <a:rPr lang="en-US" sz="3600" b="1" kern="1200" dirty="0">
                <a:solidFill>
                  <a:srgbClr val="000000"/>
                </a:solidFill>
                <a:latin typeface="Times New Roman" panose="02020603050405020304" pitchFamily="18" charset="0"/>
                <a:ea typeface="+mn-ea"/>
              </a:rPr>
              <a:t>Outline</a:t>
            </a:r>
          </a:p>
        </p:txBody>
      </p:sp>
      <p:sp>
        <p:nvSpPr>
          <p:cNvPr id="6" name="TextBox 5">
            <a:extLst>
              <a:ext uri="{FF2B5EF4-FFF2-40B4-BE49-F238E27FC236}">
                <a16:creationId xmlns:a16="http://schemas.microsoft.com/office/drawing/2014/main" id="{64CF0EAE-6412-E3FE-8DBA-0D2050ED9E35}"/>
              </a:ext>
            </a:extLst>
          </p:cNvPr>
          <p:cNvSpPr txBox="1"/>
          <p:nvPr/>
        </p:nvSpPr>
        <p:spPr>
          <a:xfrm>
            <a:off x="768626" y="1399921"/>
            <a:ext cx="7103165" cy="5011949"/>
          </a:xfrm>
          <a:prstGeom prst="rect">
            <a:avLst/>
          </a:prstGeom>
          <a:noFill/>
        </p:spPr>
        <p:txBody>
          <a:bodyPr wrap="square">
            <a:spAutoFit/>
          </a:bodyPr>
          <a:lstStyle/>
          <a:p>
            <a:pPr lvl="4" algn="just">
              <a:lnSpc>
                <a:spcPct val="150000"/>
              </a:lnSpc>
              <a:buFont typeface="Wingdings" panose="05000000000000000000" pitchFamily="2" charset="2"/>
              <a:buChar char="§"/>
            </a:pPr>
            <a:r>
              <a:rPr lang="en-IN" altLang="en-US" sz="2400" b="1" dirty="0">
                <a:latin typeface="Times New Roman" panose="02020603050405020304" pitchFamily="18" charset="0"/>
                <a:cs typeface="Times New Roman" panose="02020603050405020304" pitchFamily="18" charset="0"/>
              </a:rPr>
              <a:t>  Introduction</a:t>
            </a:r>
          </a:p>
          <a:p>
            <a:pPr algn="just">
              <a:lnSpc>
                <a:spcPct val="150000"/>
              </a:lnSpc>
              <a:buFont typeface="Wingdings" panose="05000000000000000000" pitchFamily="2" charset="2"/>
              <a:buChar char="§"/>
            </a:pPr>
            <a:r>
              <a:rPr lang="en-IN" altLang="en-US" sz="2400" b="1" dirty="0">
                <a:latin typeface="Times New Roman" panose="02020603050405020304" pitchFamily="18" charset="0"/>
                <a:cs typeface="Times New Roman" panose="02020603050405020304" pitchFamily="18" charset="0"/>
              </a:rPr>
              <a:t>  Literature Survey of Existing Systems</a:t>
            </a:r>
          </a:p>
          <a:p>
            <a:pPr algn="just">
              <a:lnSpc>
                <a:spcPct val="150000"/>
              </a:lnSpc>
              <a:buFont typeface="Wingdings" panose="05000000000000000000" pitchFamily="2" charset="2"/>
              <a:buChar char="§"/>
            </a:pPr>
            <a:r>
              <a:rPr lang="en-IN" altLang="en-US" sz="2400" b="1" dirty="0">
                <a:latin typeface="Times New Roman" panose="02020603050405020304" pitchFamily="18" charset="0"/>
                <a:cs typeface="Times New Roman" panose="02020603050405020304" pitchFamily="18" charset="0"/>
              </a:rPr>
              <a:t>  Limitations in Existing Systems</a:t>
            </a:r>
          </a:p>
          <a:p>
            <a:pPr algn="just">
              <a:lnSpc>
                <a:spcPct val="150000"/>
              </a:lnSpc>
              <a:buFont typeface="Wingdings" panose="05000000000000000000" pitchFamily="2" charset="2"/>
              <a:buChar char="§"/>
            </a:pPr>
            <a:r>
              <a:rPr lang="en-IN" altLang="en-US" sz="2400" b="1" dirty="0">
                <a:latin typeface="Times New Roman" panose="02020603050405020304" pitchFamily="18" charset="0"/>
                <a:cs typeface="Times New Roman" panose="02020603050405020304" pitchFamily="18" charset="0"/>
              </a:rPr>
              <a:t>  Problem Statement </a:t>
            </a:r>
          </a:p>
          <a:p>
            <a:pPr algn="just">
              <a:lnSpc>
                <a:spcPct val="15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System Design </a:t>
            </a:r>
          </a:p>
          <a:p>
            <a:pPr algn="just">
              <a:lnSpc>
                <a:spcPct val="15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Technologies and Methodologies</a:t>
            </a:r>
          </a:p>
          <a:p>
            <a:pPr algn="just">
              <a:lnSpc>
                <a:spcPct val="15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Implementation Screenshots</a:t>
            </a:r>
          </a:p>
          <a:p>
            <a:pPr algn="just">
              <a:lnSpc>
                <a:spcPct val="15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Conclusion </a:t>
            </a:r>
          </a:p>
          <a:p>
            <a:pPr algn="just">
              <a:lnSpc>
                <a:spcPct val="150000"/>
              </a:lnSpc>
              <a:buFont typeface="Wingdings" panose="05000000000000000000" pitchFamily="2" charset="2"/>
              <a:buChar char="§"/>
            </a:pPr>
            <a:r>
              <a:rPr lang="en-IN" altLang="en-US" sz="2400" b="1" dirty="0">
                <a:latin typeface="Times New Roman" panose="02020603050405020304" pitchFamily="18" charset="0"/>
                <a:cs typeface="Times New Roman" panose="02020603050405020304" pitchFamily="18" charset="0"/>
              </a:rPr>
              <a:t>  References</a:t>
            </a:r>
            <a:endParaRPr lang="en-IN" altLang="en-US" sz="24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781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sp>
        <p:nvSpPr>
          <p:cNvPr id="233" name="Google Shape;233;p26"/>
          <p:cNvSpPr txBox="1"/>
          <p:nvPr/>
        </p:nvSpPr>
        <p:spPr>
          <a:xfrm>
            <a:off x="503237" y="301625"/>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Introduction</a:t>
            </a:r>
            <a:endParaRPr dirty="0"/>
          </a:p>
        </p:txBody>
      </p:sp>
      <p:sp>
        <p:nvSpPr>
          <p:cNvPr id="2" name="Rectangle 1"/>
          <p:cNvSpPr/>
          <p:nvPr/>
        </p:nvSpPr>
        <p:spPr>
          <a:xfrm>
            <a:off x="406255" y="1328197"/>
            <a:ext cx="6728836" cy="1429622"/>
          </a:xfrm>
          <a:prstGeom prst="rect">
            <a:avLst/>
          </a:prstGeom>
        </p:spPr>
        <p:txBody>
          <a:bodyPr wrap="square">
            <a:spAutoFit/>
          </a:bodyPr>
          <a:lstStyle/>
          <a:p>
            <a:pPr lvl="1">
              <a:lnSpc>
                <a:spcPct val="150000"/>
              </a:lnSpc>
            </a:pPr>
            <a:endParaRPr lang="en-US" sz="2000" dirty="0">
              <a:latin typeface="Artifakt Element Book" pitchFamily="34" charset="0"/>
              <a:ea typeface="Artifakt Element Book" pitchFamily="34" charset="0"/>
            </a:endParaRPr>
          </a:p>
          <a:p>
            <a:pPr marL="342900" lvl="1" indent="-342900">
              <a:lnSpc>
                <a:spcPct val="150000"/>
              </a:lnSpc>
              <a:buFont typeface="Wingdings" pitchFamily="2" charset="2"/>
              <a:buChar char="Ø"/>
            </a:pPr>
            <a:endParaRPr lang="en-US" sz="2000" dirty="0"/>
          </a:p>
          <a:p>
            <a:pPr marL="342900" lvl="1" indent="-342900">
              <a:lnSpc>
                <a:spcPct val="150000"/>
              </a:lnSpc>
              <a:buFont typeface="Wingdings" pitchFamily="2" charset="2"/>
              <a:buChar char="Ø"/>
            </a:pPr>
            <a:endParaRPr lang="en-US" sz="2000" dirty="0">
              <a:latin typeface="Artifakt Element Book" pitchFamily="34" charset="0"/>
              <a:ea typeface="Artifakt Element Book" pitchFamily="34" charset="0"/>
            </a:endParaRPr>
          </a:p>
        </p:txBody>
      </p:sp>
      <p:sp>
        <p:nvSpPr>
          <p:cNvPr id="4" name="Rectangle 2">
            <a:extLst>
              <a:ext uri="{FF2B5EF4-FFF2-40B4-BE49-F238E27FC236}">
                <a16:creationId xmlns:a16="http://schemas.microsoft.com/office/drawing/2014/main" id="{63039FFE-6185-F242-51F3-2FAF779F14DE}"/>
              </a:ext>
            </a:extLst>
          </p:cNvPr>
          <p:cNvSpPr>
            <a:spLocks noChangeArrowheads="1"/>
          </p:cNvSpPr>
          <p:nvPr/>
        </p:nvSpPr>
        <p:spPr bwMode="auto">
          <a:xfrm>
            <a:off x="406255" y="3522247"/>
            <a:ext cx="6919962"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tabLst/>
            </a:pP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238B6A24-D7BE-71B8-DCAC-C5294BDFE879}"/>
              </a:ext>
            </a:extLst>
          </p:cNvPr>
          <p:cNvSpPr>
            <a:spLocks noChangeArrowheads="1"/>
          </p:cNvSpPr>
          <p:nvPr/>
        </p:nvSpPr>
        <p:spPr bwMode="auto">
          <a:xfrm>
            <a:off x="503237" y="1563725"/>
            <a:ext cx="8020652"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ClrTx/>
            </a:pPr>
            <a:r>
              <a:rPr lang="en-GB" sz="1800" dirty="0"/>
              <a:t>Mental health challenges such as stress, anxiety, and depression are rapidly increasing among students, yet support remains either inaccessible, highly clinical, or not engaging enough. Existing solutions are often designed with a westernized approach, overlooking the cultural and linguistic diversity of our context. To address this gap, we aim to create a personalized, continuous, and supportive platform that is not only stigma-free but also multilingual and culturally sensitive, making mental wellness resources more accessible and relatable for everyone.</a:t>
            </a:r>
          </a:p>
          <a:p>
            <a:pPr lvl="0" algn="just" eaLnBrk="0" fontAlgn="base" hangingPunct="0">
              <a:lnSpc>
                <a:spcPct val="150000"/>
              </a:lnSpc>
              <a:spcBef>
                <a:spcPct val="0"/>
              </a:spcBef>
              <a:spcAft>
                <a:spcPct val="0"/>
              </a:spcAft>
              <a:buClrTx/>
            </a:pPr>
            <a:endParaRPr kumimoji="0" lang="en-GB" altLang="en-US" sz="1800" b="0" i="0" u="none" strike="noStrike" cap="none" normalizeH="0" baseline="0" dirty="0">
              <a:ln>
                <a:noFill/>
              </a:ln>
              <a:solidFill>
                <a:schemeClr val="tx1"/>
              </a:solidFill>
              <a:effectLst/>
              <a:latin typeface="Arial" panose="020B0604020202020204" pitchFamily="34" charset="0"/>
            </a:endParaRPr>
          </a:p>
          <a:p>
            <a:pPr lvl="0" algn="just" eaLnBrk="0" fontAlgn="base" hangingPunct="0">
              <a:lnSpc>
                <a:spcPct val="150000"/>
              </a:lnSpc>
              <a:spcBef>
                <a:spcPct val="0"/>
              </a:spcBef>
              <a:spcAft>
                <a:spcPct val="0"/>
              </a:spcAft>
              <a:buClrTx/>
            </a:pPr>
            <a:r>
              <a:rPr lang="en-GB" altLang="en-US" sz="1800" b="1" dirty="0">
                <a:solidFill>
                  <a:schemeClr val="tx1"/>
                </a:solidFill>
                <a:latin typeface="Arial" panose="020B0604020202020204" pitchFamily="34" charset="0"/>
              </a:rPr>
              <a:t>So in short, </a:t>
            </a:r>
            <a:r>
              <a:rPr lang="en-GB" sz="1800" b="1" dirty="0"/>
              <a:t>Mental health challenges among students are rising, but support is still either inaccessible or ineffective and that’s the gap we aim to bridge.</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8670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C09DA-B37F-586C-810C-FDA27F75487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Literature Survey:</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A293280-4575-BD86-E429-0183408638D4}"/>
              </a:ext>
            </a:extLst>
          </p:cNvPr>
          <p:cNvSpPr>
            <a:spLocks noGrp="1"/>
          </p:cNvSpPr>
          <p:nvPr>
            <p:ph type="body" idx="1"/>
          </p:nvPr>
        </p:nvSpPr>
        <p:spPr/>
        <p:txBody>
          <a:bodyPr/>
          <a:lstStyle/>
          <a:p>
            <a:pPr marL="137160" indent="0">
              <a:buNone/>
            </a:pPr>
            <a:endParaRPr lang="en-IN" dirty="0"/>
          </a:p>
        </p:txBody>
      </p:sp>
      <p:graphicFrame>
        <p:nvGraphicFramePr>
          <p:cNvPr id="6" name="Table 5">
            <a:extLst>
              <a:ext uri="{FF2B5EF4-FFF2-40B4-BE49-F238E27FC236}">
                <a16:creationId xmlns:a16="http://schemas.microsoft.com/office/drawing/2014/main" id="{0D6DC60A-E431-D802-DE07-C58D8BADCCFE}"/>
              </a:ext>
            </a:extLst>
          </p:cNvPr>
          <p:cNvGraphicFramePr>
            <a:graphicFrameLocks noGrp="1"/>
          </p:cNvGraphicFramePr>
          <p:nvPr>
            <p:extLst>
              <p:ext uri="{D42A27DB-BD31-4B8C-83A1-F6EECF244321}">
                <p14:modId xmlns:p14="http://schemas.microsoft.com/office/powerpoint/2010/main" val="1930451984"/>
              </p:ext>
            </p:extLst>
          </p:nvPr>
        </p:nvGraphicFramePr>
        <p:xfrm>
          <a:off x="671511" y="1775012"/>
          <a:ext cx="8737600" cy="5495902"/>
        </p:xfrm>
        <a:graphic>
          <a:graphicData uri="http://schemas.openxmlformats.org/drawingml/2006/table">
            <a:tbl>
              <a:tblPr firstRow="1" bandRow="1">
                <a:tableStyleId>{5C22544A-7EE6-4342-B048-85BDC9FD1C3A}</a:tableStyleId>
              </a:tblPr>
              <a:tblGrid>
                <a:gridCol w="2184400">
                  <a:extLst>
                    <a:ext uri="{9D8B030D-6E8A-4147-A177-3AD203B41FA5}">
                      <a16:colId xmlns:a16="http://schemas.microsoft.com/office/drawing/2014/main" val="1845980622"/>
                    </a:ext>
                  </a:extLst>
                </a:gridCol>
                <a:gridCol w="2184400">
                  <a:extLst>
                    <a:ext uri="{9D8B030D-6E8A-4147-A177-3AD203B41FA5}">
                      <a16:colId xmlns:a16="http://schemas.microsoft.com/office/drawing/2014/main" val="3249553455"/>
                    </a:ext>
                  </a:extLst>
                </a:gridCol>
                <a:gridCol w="2184400">
                  <a:extLst>
                    <a:ext uri="{9D8B030D-6E8A-4147-A177-3AD203B41FA5}">
                      <a16:colId xmlns:a16="http://schemas.microsoft.com/office/drawing/2014/main" val="2586340399"/>
                    </a:ext>
                  </a:extLst>
                </a:gridCol>
                <a:gridCol w="2184400">
                  <a:extLst>
                    <a:ext uri="{9D8B030D-6E8A-4147-A177-3AD203B41FA5}">
                      <a16:colId xmlns:a16="http://schemas.microsoft.com/office/drawing/2014/main" val="1678583199"/>
                    </a:ext>
                  </a:extLst>
                </a:gridCol>
              </a:tblGrid>
              <a:tr h="450381">
                <a:tc>
                  <a:txBody>
                    <a:bodyPr/>
                    <a:lstStyle/>
                    <a:p>
                      <a:r>
                        <a:rPr lang="en-IN" dirty="0"/>
                        <a:t>Title</a:t>
                      </a:r>
                    </a:p>
                  </a:txBody>
                  <a:tcPr/>
                </a:tc>
                <a:tc>
                  <a:txBody>
                    <a:bodyPr/>
                    <a:lstStyle/>
                    <a:p>
                      <a:r>
                        <a:rPr lang="en-IN" dirty="0"/>
                        <a:t>Conference / Journal Details</a:t>
                      </a:r>
                    </a:p>
                  </a:txBody>
                  <a:tcPr/>
                </a:tc>
                <a:tc>
                  <a:txBody>
                    <a:bodyPr/>
                    <a:lstStyle/>
                    <a:p>
                      <a:r>
                        <a:rPr lang="en-IN" dirty="0"/>
                        <a:t>Key Points</a:t>
                      </a:r>
                    </a:p>
                  </a:txBody>
                  <a:tcPr/>
                </a:tc>
                <a:tc>
                  <a:txBody>
                    <a:bodyPr/>
                    <a:lstStyle/>
                    <a:p>
                      <a:r>
                        <a:rPr lang="en-IN" dirty="0"/>
                        <a:t>Improvements Proposed</a:t>
                      </a:r>
                    </a:p>
                  </a:txBody>
                  <a:tcPr/>
                </a:tc>
                <a:extLst>
                  <a:ext uri="{0D108BD9-81ED-4DB2-BD59-A6C34878D82A}">
                    <a16:rowId xmlns:a16="http://schemas.microsoft.com/office/drawing/2014/main" val="1677338262"/>
                  </a:ext>
                </a:extLst>
              </a:tr>
              <a:tr h="821283">
                <a:tc>
                  <a:txBody>
                    <a:bodyPr/>
                    <a:lstStyle/>
                    <a:p>
                      <a:r>
                        <a:rPr lang="en-US" dirty="0"/>
                        <a:t>Artificial Intelligence–Enabled Chatbots in Mental Health: A Systematic Review</a:t>
                      </a:r>
                      <a:endParaRPr lang="en-IN" dirty="0"/>
                    </a:p>
                  </a:txBody>
                  <a:tcPr/>
                </a:tc>
                <a:tc>
                  <a:txBody>
                    <a:bodyPr/>
                    <a:lstStyle/>
                    <a:p>
                      <a:r>
                        <a:rPr lang="en-IN" dirty="0"/>
                        <a:t>Systematic Review, CMC, 2023</a:t>
                      </a:r>
                    </a:p>
                  </a:txBody>
                  <a:tcPr/>
                </a:tc>
                <a:tc>
                  <a:txBody>
                    <a:bodyPr/>
                    <a:lstStyle/>
                    <a:p>
                      <a:r>
                        <a:rPr lang="en-US" dirty="0"/>
                        <a:t>AI chatbots deliver CBT; provide 24/7 access and counter professional shortages.</a:t>
                      </a:r>
                      <a:endParaRPr lang="en-IN" dirty="0"/>
                    </a:p>
                  </a:txBody>
                  <a:tcPr/>
                </a:tc>
                <a:tc>
                  <a:txBody>
                    <a:bodyPr/>
                    <a:lstStyle/>
                    <a:p>
                      <a:r>
                        <a:rPr lang="en-US" dirty="0"/>
                        <a:t>Close gap between AI tech and </a:t>
                      </a:r>
                      <a:r>
                        <a:rPr lang="en-US" b="1" dirty="0"/>
                        <a:t>clinical use</a:t>
                      </a:r>
                      <a:r>
                        <a:rPr lang="en-US" dirty="0"/>
                        <a:t>; establish clear </a:t>
                      </a:r>
                      <a:r>
                        <a:rPr lang="en-US" b="1" dirty="0"/>
                        <a:t>ethical guidelines</a:t>
                      </a:r>
                      <a:r>
                        <a:rPr lang="en-US" dirty="0"/>
                        <a:t>.</a:t>
                      </a:r>
                      <a:endParaRPr lang="en-IN" dirty="0"/>
                    </a:p>
                  </a:txBody>
                  <a:tcPr/>
                </a:tc>
                <a:extLst>
                  <a:ext uri="{0D108BD9-81ED-4DB2-BD59-A6C34878D82A}">
                    <a16:rowId xmlns:a16="http://schemas.microsoft.com/office/drawing/2014/main" val="1447582251"/>
                  </a:ext>
                </a:extLst>
              </a:tr>
              <a:tr h="1377637">
                <a:tc>
                  <a:txBody>
                    <a:bodyPr/>
                    <a:lstStyle/>
                    <a:p>
                      <a:r>
                        <a:rPr lang="en-US" dirty="0"/>
                        <a:t>A New Research Model for Artificial Intelligence–Based Well-Being Chatbot Engagement: Survey Study</a:t>
                      </a:r>
                      <a:endParaRPr lang="en-IN" dirty="0"/>
                    </a:p>
                  </a:txBody>
                  <a:tcPr/>
                </a:tc>
                <a:tc>
                  <a:txBody>
                    <a:bodyPr/>
                    <a:lstStyle/>
                    <a:p>
                      <a:r>
                        <a:rPr lang="en-US" dirty="0"/>
                        <a:t>Survey Study, JMIR Human Factors, 2024</a:t>
                      </a:r>
                      <a:endParaRPr lang="en-IN" dirty="0"/>
                    </a:p>
                  </a:txBody>
                  <a:tcPr/>
                </a:tc>
                <a:tc>
                  <a:txBody>
                    <a:bodyPr/>
                    <a:lstStyle/>
                    <a:p>
                      <a:r>
                        <a:rPr lang="en-US" dirty="0"/>
                        <a:t>Engagement driven by </a:t>
                      </a:r>
                      <a:r>
                        <a:rPr lang="en-US" b="1" dirty="0"/>
                        <a:t>Affect, Social Factors, and Personalization</a:t>
                      </a:r>
                      <a:r>
                        <a:rPr lang="en-US" dirty="0"/>
                        <a:t>. Offers companionship/guidance.</a:t>
                      </a:r>
                      <a:endParaRPr lang="en-IN" dirty="0"/>
                    </a:p>
                  </a:txBody>
                  <a:tcPr/>
                </a:tc>
                <a:tc>
                  <a:txBody>
                    <a:bodyPr/>
                    <a:lstStyle/>
                    <a:p>
                      <a:r>
                        <a:rPr lang="en-US" dirty="0"/>
                        <a:t>Design systems that </a:t>
                      </a:r>
                      <a:r>
                        <a:rPr lang="en-US" b="1" dirty="0"/>
                        <a:t>adapt to user personality/needs</a:t>
                      </a:r>
                      <a:r>
                        <a:rPr lang="en-US" dirty="0"/>
                        <a:t>; improve emotional intelligence.</a:t>
                      </a:r>
                      <a:endParaRPr lang="en-IN" dirty="0"/>
                    </a:p>
                  </a:txBody>
                  <a:tcPr/>
                </a:tc>
                <a:extLst>
                  <a:ext uri="{0D108BD9-81ED-4DB2-BD59-A6C34878D82A}">
                    <a16:rowId xmlns:a16="http://schemas.microsoft.com/office/drawing/2014/main" val="1213774840"/>
                  </a:ext>
                </a:extLst>
              </a:tr>
              <a:tr h="1192185">
                <a:tc>
                  <a:txBody>
                    <a:bodyPr/>
                    <a:lstStyle/>
                    <a:p>
                      <a:r>
                        <a:rPr lang="en-US" dirty="0"/>
                        <a:t>Exploring the Dangers of AI in Mental Health Care</a:t>
                      </a:r>
                      <a:endParaRPr lang="en-IN" dirty="0"/>
                    </a:p>
                  </a:txBody>
                  <a:tcPr/>
                </a:tc>
                <a:tc>
                  <a:txBody>
                    <a:bodyPr/>
                    <a:lstStyle/>
                    <a:p>
                      <a:r>
                        <a:rPr lang="en-US" dirty="0"/>
                        <a:t>Research Report, Stanford HAI, 2025</a:t>
                      </a:r>
                      <a:endParaRPr lang="en-IN" dirty="0"/>
                    </a:p>
                  </a:txBody>
                  <a:tcPr/>
                </a:tc>
                <a:tc>
                  <a:txBody>
                    <a:bodyPr/>
                    <a:lstStyle/>
                    <a:p>
                      <a:r>
                        <a:rPr lang="en-US" dirty="0"/>
                        <a:t>LLM chatbots showed </a:t>
                      </a:r>
                      <a:r>
                        <a:rPr lang="en-US" b="1" dirty="0"/>
                        <a:t>harmful stigma</a:t>
                      </a:r>
                      <a:r>
                        <a:rPr lang="en-US" dirty="0"/>
                        <a:t> and, in some cases, </a:t>
                      </a:r>
                      <a:r>
                        <a:rPr lang="en-US" b="1" dirty="0"/>
                        <a:t>enabled dangerous/suicidal behavior</a:t>
                      </a:r>
                      <a:r>
                        <a:rPr lang="en-US" dirty="0"/>
                        <a:t>.</a:t>
                      </a:r>
                      <a:endParaRPr lang="en-IN" dirty="0"/>
                    </a:p>
                  </a:txBody>
                  <a:tcPr/>
                </a:tc>
                <a:tc>
                  <a:txBody>
                    <a:bodyPr/>
                    <a:lstStyle/>
                    <a:p>
                      <a:r>
                        <a:rPr lang="en-US" dirty="0"/>
                        <a:t>Implement </a:t>
                      </a:r>
                      <a:r>
                        <a:rPr lang="en-US" b="1" dirty="0"/>
                        <a:t>rigorous safety guardrails</a:t>
                      </a:r>
                      <a:r>
                        <a:rPr lang="en-US" dirty="0"/>
                        <a:t>; eliminate bias and ensure proper </a:t>
                      </a:r>
                      <a:r>
                        <a:rPr lang="en-US" b="1" dirty="0"/>
                        <a:t>crisis escalation</a:t>
                      </a:r>
                      <a:endParaRPr lang="en-IN" dirty="0"/>
                    </a:p>
                  </a:txBody>
                  <a:tcPr/>
                </a:tc>
                <a:extLst>
                  <a:ext uri="{0D108BD9-81ED-4DB2-BD59-A6C34878D82A}">
                    <a16:rowId xmlns:a16="http://schemas.microsoft.com/office/drawing/2014/main" val="335461144"/>
                  </a:ext>
                </a:extLst>
              </a:tr>
              <a:tr h="1006734">
                <a:tc>
                  <a:txBody>
                    <a:bodyPr/>
                    <a:lstStyle/>
                    <a:p>
                      <a:r>
                        <a:rPr lang="en-US" dirty="0"/>
                        <a:t>Effectiveness of AI-Driven Conversational Agents in Improving Mental Health Among Young People</a:t>
                      </a:r>
                      <a:endParaRPr lang="en-IN" dirty="0"/>
                    </a:p>
                  </a:txBody>
                  <a:tcPr/>
                </a:tc>
                <a:tc>
                  <a:txBody>
                    <a:bodyPr/>
                    <a:lstStyle/>
                    <a:p>
                      <a:r>
                        <a:rPr lang="en-US" dirty="0"/>
                        <a:t>Systematic Review &amp; Meta-Analysis, JMIR, 2025</a:t>
                      </a:r>
                      <a:endParaRPr lang="en-IN" dirty="0"/>
                    </a:p>
                  </a:txBody>
                  <a:tcPr/>
                </a:tc>
                <a:tc>
                  <a:txBody>
                    <a:bodyPr/>
                    <a:lstStyle/>
                    <a:p>
                      <a:r>
                        <a:rPr lang="en-US" dirty="0"/>
                        <a:t>Moderate-to-large effect size for AI-CBT on depression/anxiety (SMD ≈0.44). Effective for younger users.</a:t>
                      </a:r>
                      <a:endParaRPr lang="en-IN" dirty="0"/>
                    </a:p>
                  </a:txBody>
                  <a:tcPr/>
                </a:tc>
                <a:tc>
                  <a:txBody>
                    <a:bodyPr/>
                    <a:lstStyle/>
                    <a:p>
                      <a:r>
                        <a:rPr lang="en-US" dirty="0"/>
                        <a:t>Conduct </a:t>
                      </a:r>
                      <a:r>
                        <a:rPr lang="en-US" b="1" dirty="0"/>
                        <a:t>longer-term, multicultural trials</a:t>
                      </a:r>
                      <a:r>
                        <a:rPr lang="en-US" dirty="0"/>
                        <a:t>; enhance efficacy for broader mental health outcomes.</a:t>
                      </a:r>
                      <a:endParaRPr lang="en-IN" dirty="0"/>
                    </a:p>
                  </a:txBody>
                  <a:tcPr/>
                </a:tc>
                <a:extLst>
                  <a:ext uri="{0D108BD9-81ED-4DB2-BD59-A6C34878D82A}">
                    <a16:rowId xmlns:a16="http://schemas.microsoft.com/office/drawing/2014/main" val="1958418761"/>
                  </a:ext>
                </a:extLst>
              </a:tr>
              <a:tr h="264930">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245173406"/>
                  </a:ext>
                </a:extLst>
              </a:tr>
            </a:tbl>
          </a:graphicData>
        </a:graphic>
      </p:graphicFrame>
    </p:spTree>
    <p:extLst>
      <p:ext uri="{BB962C8B-B14F-4D97-AF65-F5344CB8AC3E}">
        <p14:creationId xmlns:p14="http://schemas.microsoft.com/office/powerpoint/2010/main" val="1395594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9F79D-7689-22D3-8B6A-E17A8F27713B}"/>
              </a:ext>
            </a:extLst>
          </p:cNvPr>
          <p:cNvSpPr>
            <a:spLocks noGrp="1"/>
          </p:cNvSpPr>
          <p:nvPr>
            <p:ph type="title"/>
          </p:nvPr>
        </p:nvSpPr>
        <p:spPr>
          <a:xfrm>
            <a:off x="170017" y="317217"/>
            <a:ext cx="6997800" cy="1455900"/>
          </a:xfrm>
        </p:spPr>
        <p:txBody>
          <a:bodyPr/>
          <a:lstStyle/>
          <a:p>
            <a:r>
              <a:rPr lang="en-US" b="1" dirty="0">
                <a:solidFill>
                  <a:schemeClr val="tx1"/>
                </a:solidFill>
                <a:latin typeface="Times New Roman" panose="02020603050405020304" pitchFamily="18" charset="0"/>
                <a:cs typeface="Times New Roman" panose="02020603050405020304" pitchFamily="18" charset="0"/>
              </a:rPr>
              <a:t>Limitations in Existing Systems</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FD168D8-06E7-A974-518A-F07925A4F03D}"/>
              </a:ext>
            </a:extLst>
          </p:cNvPr>
          <p:cNvSpPr>
            <a:spLocks noChangeArrowheads="1"/>
          </p:cNvSpPr>
          <p:nvPr/>
        </p:nvSpPr>
        <p:spPr bwMode="auto">
          <a:xfrm rot="10800000" flipH="1" flipV="1">
            <a:off x="495411" y="1624627"/>
            <a:ext cx="6347012"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Lack of Genuine Empathy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Crisis Management Failure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Algorithmic Bias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Privacy &amp; Trust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Limited Long-Term Efficacy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Risk of Over-Reliance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110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FD5E79-C028-11A4-1F77-1724C162AF7E}"/>
              </a:ext>
            </a:extLst>
          </p:cNvPr>
          <p:cNvSpPr txBox="1"/>
          <p:nvPr/>
        </p:nvSpPr>
        <p:spPr>
          <a:xfrm>
            <a:off x="543340" y="1611675"/>
            <a:ext cx="6982068" cy="2540567"/>
          </a:xfrm>
          <a:prstGeom prst="rect">
            <a:avLst/>
          </a:prstGeom>
          <a:noFill/>
        </p:spPr>
        <p:txBody>
          <a:bodyPr wrap="square">
            <a:spAutoFit/>
          </a:bodyPr>
          <a:lstStyle/>
          <a:p>
            <a:pPr algn="just">
              <a:lnSpc>
                <a:spcPct val="150000"/>
              </a:lnSpc>
            </a:pPr>
            <a:r>
              <a:rPr lang="en-GB" sz="1800" dirty="0"/>
              <a:t>To design an AI-powered solution that not only enables safe self-expression but also offers personalized, empathetic, and culturally relevant guidance, while ensuring complete confidentiality and stigma-free access to reliable mental wellness resources and timely support for young people in India who struggle with academic, social, and emotional pressures.</a:t>
            </a:r>
            <a:endParaRPr lang="en-IN" sz="1800" dirty="0">
              <a:latin typeface="Artifakt Element Book" pitchFamily="34" charset="0"/>
              <a:ea typeface="Artifakt Element Book" pitchFamily="34" charset="0"/>
            </a:endParaRPr>
          </a:p>
        </p:txBody>
      </p:sp>
      <p:sp>
        <p:nvSpPr>
          <p:cNvPr id="9" name="TextBox 8">
            <a:extLst>
              <a:ext uri="{FF2B5EF4-FFF2-40B4-BE49-F238E27FC236}">
                <a16:creationId xmlns:a16="http://schemas.microsoft.com/office/drawing/2014/main" id="{B7F8CF98-6486-B819-1E01-A9D58E4E7161}"/>
              </a:ext>
            </a:extLst>
          </p:cNvPr>
          <p:cNvSpPr txBox="1"/>
          <p:nvPr/>
        </p:nvSpPr>
        <p:spPr>
          <a:xfrm>
            <a:off x="543339" y="629435"/>
            <a:ext cx="5062330" cy="646331"/>
          </a:xfrm>
          <a:prstGeom prst="rect">
            <a:avLst/>
          </a:prstGeom>
          <a:noFill/>
        </p:spPr>
        <p:txBody>
          <a:bodyPr wrap="square">
            <a:spAutoFit/>
          </a:bodyPr>
          <a:lstStyle/>
          <a:p>
            <a:r>
              <a:rPr kumimoji="0" lang="en-US" sz="3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Problem statement </a:t>
            </a:r>
            <a:endParaRPr lang="en-US" dirty="0"/>
          </a:p>
        </p:txBody>
      </p:sp>
    </p:spTree>
    <p:extLst>
      <p:ext uri="{BB962C8B-B14F-4D97-AF65-F5344CB8AC3E}">
        <p14:creationId xmlns:p14="http://schemas.microsoft.com/office/powerpoint/2010/main" val="1573797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0"/>
        <p:cNvGrpSpPr/>
        <p:nvPr/>
      </p:nvGrpSpPr>
      <p:grpSpPr>
        <a:xfrm>
          <a:off x="0" y="0"/>
          <a:ext cx="0" cy="0"/>
          <a:chOff x="0" y="0"/>
          <a:chExt cx="0" cy="0"/>
        </a:xfrm>
      </p:grpSpPr>
      <p:sp>
        <p:nvSpPr>
          <p:cNvPr id="311" name="Google Shape;311;p2"/>
          <p:cNvSpPr txBox="1"/>
          <p:nvPr/>
        </p:nvSpPr>
        <p:spPr>
          <a:xfrm>
            <a:off x="503237" y="301625"/>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Overview of </a:t>
            </a:r>
            <a:r>
              <a:rPr lang="en-US" sz="3600" b="1" i="0" u="none" strike="noStrike" cap="none" dirty="0">
                <a:solidFill>
                  <a:srgbClr val="000000"/>
                </a:solidFill>
                <a:latin typeface="Times New Roman"/>
                <a:ea typeface="Times New Roman"/>
                <a:cs typeface="Times New Roman"/>
                <a:sym typeface="Times New Roman"/>
              </a:rPr>
              <a:t>System Design</a:t>
            </a:r>
            <a:endParaRPr sz="1400" b="0" i="0" u="none" strike="noStrike" cap="none" dirty="0">
              <a:solidFill>
                <a:srgbClr val="000000"/>
              </a:solidFill>
              <a:latin typeface="Arial"/>
              <a:ea typeface="Arial"/>
              <a:cs typeface="Arial"/>
              <a:sym typeface="Arial"/>
            </a:endParaRPr>
          </a:p>
        </p:txBody>
      </p:sp>
      <p:sp>
        <p:nvSpPr>
          <p:cNvPr id="10" name="TextBox 9"/>
          <p:cNvSpPr txBox="1"/>
          <p:nvPr/>
        </p:nvSpPr>
        <p:spPr>
          <a:xfrm>
            <a:off x="6428509" y="4405745"/>
            <a:ext cx="184731" cy="307777"/>
          </a:xfrm>
          <a:prstGeom prst="rect">
            <a:avLst/>
          </a:prstGeom>
          <a:noFill/>
        </p:spPr>
        <p:txBody>
          <a:bodyPr wrap="none" rtlCol="0">
            <a:spAutoFit/>
          </a:bodyPr>
          <a:lstStyle/>
          <a:p>
            <a:endParaRPr lang="en-IN"/>
          </a:p>
        </p:txBody>
      </p:sp>
      <p:sp>
        <p:nvSpPr>
          <p:cNvPr id="2" name="Rectangle 1"/>
          <p:cNvSpPr/>
          <p:nvPr/>
        </p:nvSpPr>
        <p:spPr>
          <a:xfrm>
            <a:off x="503237" y="1563725"/>
            <a:ext cx="8474212" cy="967957"/>
          </a:xfrm>
          <a:prstGeom prst="rect">
            <a:avLst/>
          </a:prstGeom>
        </p:spPr>
        <p:txBody>
          <a:bodyPr wrap="square">
            <a:spAutoFit/>
          </a:bodyPr>
          <a:lstStyle/>
          <a:p>
            <a:pPr>
              <a:lnSpc>
                <a:spcPct val="150000"/>
              </a:lnSpc>
            </a:pPr>
            <a:r>
              <a:rPr lang="en-IN" sz="2000" b="1" dirty="0">
                <a:latin typeface="+mj-lt"/>
                <a:ea typeface="Artifakt Element Book" pitchFamily="34" charset="0"/>
              </a:rPr>
              <a:t>Features/Components </a:t>
            </a:r>
            <a:r>
              <a:rPr lang="en-IN" sz="2000" dirty="0">
                <a:latin typeface="+mj-lt"/>
                <a:ea typeface="Artifakt Element Book" pitchFamily="34" charset="0"/>
              </a:rPr>
              <a:t>:</a:t>
            </a:r>
          </a:p>
          <a:p>
            <a:pPr>
              <a:lnSpc>
                <a:spcPct val="150000"/>
              </a:lnSpc>
            </a:pPr>
            <a:endParaRPr lang="en-IN" sz="2000" dirty="0">
              <a:latin typeface="Artifakt Element Book" pitchFamily="34" charset="0"/>
              <a:ea typeface="Artifakt Element Book" pitchFamily="34" charset="0"/>
            </a:endParaRPr>
          </a:p>
        </p:txBody>
      </p:sp>
      <p:sp>
        <p:nvSpPr>
          <p:cNvPr id="3" name="Rectangle 1">
            <a:extLst>
              <a:ext uri="{FF2B5EF4-FFF2-40B4-BE49-F238E27FC236}">
                <a16:creationId xmlns:a16="http://schemas.microsoft.com/office/drawing/2014/main" id="{A31E2725-D611-45F3-97E4-BC781D5DB48B}"/>
              </a:ext>
            </a:extLst>
          </p:cNvPr>
          <p:cNvSpPr>
            <a:spLocks noChangeArrowheads="1"/>
          </p:cNvSpPr>
          <p:nvPr/>
        </p:nvSpPr>
        <p:spPr bwMode="auto">
          <a:xfrm>
            <a:off x="503237" y="2142597"/>
            <a:ext cx="8902262"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Anonymous User authentication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Conversational AI Assistant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Sentiment &amp; Risk Detection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Journaling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Community Forum</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Confidential Counselor Booking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Psychoeducational Resource Hub</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Gamification &amp; Engagement (streaks, XP, plant growth, badges)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Counselor/Admin Dashboard</a:t>
            </a:r>
          </a:p>
        </p:txBody>
      </p:sp>
    </p:spTree>
    <p:extLst>
      <p:ext uri="{BB962C8B-B14F-4D97-AF65-F5344CB8AC3E}">
        <p14:creationId xmlns:p14="http://schemas.microsoft.com/office/powerpoint/2010/main" val="2124836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A4130A-CF59-0EA6-EEF5-DE9B64798665}"/>
              </a:ext>
            </a:extLst>
          </p:cNvPr>
          <p:cNvSpPr txBox="1"/>
          <p:nvPr/>
        </p:nvSpPr>
        <p:spPr>
          <a:xfrm>
            <a:off x="2914818" y="6313251"/>
            <a:ext cx="4250988" cy="369332"/>
          </a:xfrm>
          <a:prstGeom prst="rect">
            <a:avLst/>
          </a:prstGeom>
          <a:noFill/>
        </p:spPr>
        <p:txBody>
          <a:bodyPr wrap="square" rtlCol="0">
            <a:spAutoFit/>
          </a:bodyPr>
          <a:lstStyle/>
          <a:p>
            <a:r>
              <a:rPr lang="en-US" sz="1800" dirty="0"/>
              <a:t>Fig. 1 : </a:t>
            </a:r>
            <a:r>
              <a:rPr lang="en-US" sz="1800" dirty="0">
                <a:effectLst/>
                <a:latin typeface="Times New Roman" panose="02020603050405020304" pitchFamily="18" charset="0"/>
                <a:ea typeface="Times New Roman" panose="02020603050405020304" pitchFamily="18" charset="0"/>
              </a:rPr>
              <a:t>Block</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diagram</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proposed</a:t>
            </a:r>
            <a:r>
              <a:rPr lang="en-US" sz="1800" spc="-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system</a:t>
            </a:r>
            <a:r>
              <a:rPr lang="en-US" sz="1800" dirty="0"/>
              <a:t> </a:t>
            </a:r>
          </a:p>
        </p:txBody>
      </p:sp>
      <p:pic>
        <p:nvPicPr>
          <p:cNvPr id="4098" name="Picture 2">
            <a:extLst>
              <a:ext uri="{FF2B5EF4-FFF2-40B4-BE49-F238E27FC236}">
                <a16:creationId xmlns:a16="http://schemas.microsoft.com/office/drawing/2014/main" id="{67201920-1FA6-4730-9ABE-419281C8E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25500"/>
            <a:ext cx="10080625" cy="5907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48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3"/>
          <p:cNvSpPr txBox="1"/>
          <p:nvPr/>
        </p:nvSpPr>
        <p:spPr>
          <a:xfrm>
            <a:off x="486796" y="532233"/>
            <a:ext cx="9071100"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dirty="0">
                <a:latin typeface="Times New Roman"/>
                <a:ea typeface="Times New Roman"/>
                <a:cs typeface="Times New Roman"/>
                <a:sym typeface="Times New Roman"/>
              </a:rPr>
              <a:t>Technology Stack</a:t>
            </a:r>
            <a:endParaRPr sz="1400" b="0" i="0" u="none" strike="noStrike" cap="none" dirty="0">
              <a:solidFill>
                <a:srgbClr val="000000"/>
              </a:solidFill>
              <a:latin typeface="Arial"/>
              <a:ea typeface="Arial"/>
              <a:cs typeface="Arial"/>
              <a:sym typeface="Arial"/>
            </a:endParaRPr>
          </a:p>
        </p:txBody>
      </p:sp>
      <p:sp>
        <p:nvSpPr>
          <p:cNvPr id="2" name="Rectangle 1"/>
          <p:cNvSpPr>
            <a:spLocks noChangeArrowheads="1"/>
          </p:cNvSpPr>
          <p:nvPr/>
        </p:nvSpPr>
        <p:spPr bwMode="auto">
          <a:xfrm>
            <a:off x="143865" y="3892344"/>
            <a:ext cx="9430472" cy="1429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Courier New" pitchFamily="49" charset="0"/>
              <a:buChar char="o"/>
            </a:pPr>
            <a:endParaRPr lang="en-IN" sz="2000" dirty="0">
              <a:latin typeface="Artifakt Element Book" pitchFamily="34" charset="0"/>
              <a:ea typeface="Artifakt Element Book" pitchFamily="34" charset="0"/>
            </a:endParaRPr>
          </a:p>
          <a:p>
            <a:pPr marL="0" marR="0" lvl="0" indent="0" algn="l" defTabSz="914400" rtl="0" eaLnBrk="1" fontAlgn="base" latinLnBrk="0" hangingPunct="1">
              <a:lnSpc>
                <a:spcPct val="150000"/>
              </a:lnSpc>
              <a:spcBef>
                <a:spcPct val="0"/>
              </a:spcBef>
              <a:spcAft>
                <a:spcPct val="0"/>
              </a:spcAft>
              <a:buClrTx/>
              <a:buSzTx/>
              <a:tabLst/>
            </a:pPr>
            <a:endParaRPr kumimoji="0" lang="en-US" sz="2000" i="0" u="none" strike="noStrike" cap="none" normalizeH="0" baseline="0" dirty="0">
              <a:ln>
                <a:noFill/>
              </a:ln>
              <a:solidFill>
                <a:schemeClr val="tx1"/>
              </a:solidFill>
              <a:effectLst/>
              <a:latin typeface="Artifakt Element Book" pitchFamily="34" charset="0"/>
              <a:ea typeface="Artifakt Element Book" pitchFamily="34" charset="0"/>
              <a:cs typeface="Arial"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000" i="0" u="none" strike="noStrike" cap="none" normalizeH="0" baseline="0" dirty="0">
              <a:ln>
                <a:noFill/>
              </a:ln>
              <a:solidFill>
                <a:schemeClr val="tx1"/>
              </a:solidFill>
              <a:effectLst/>
              <a:latin typeface="Artifakt Element Book" pitchFamily="34" charset="0"/>
              <a:ea typeface="Artifakt Element Book" pitchFamily="34" charset="0"/>
              <a:cs typeface="Arial" charset="0"/>
            </a:endParaRPr>
          </a:p>
        </p:txBody>
      </p:sp>
      <p:sp>
        <p:nvSpPr>
          <p:cNvPr id="5" name="Rectangle 3">
            <a:extLst>
              <a:ext uri="{FF2B5EF4-FFF2-40B4-BE49-F238E27FC236}">
                <a16:creationId xmlns:a16="http://schemas.microsoft.com/office/drawing/2014/main" id="{4AA0482A-FF6F-BF1F-DAFC-BC6C24519E72}"/>
              </a:ext>
            </a:extLst>
          </p:cNvPr>
          <p:cNvSpPr>
            <a:spLocks noChangeArrowheads="1"/>
          </p:cNvSpPr>
          <p:nvPr/>
        </p:nvSpPr>
        <p:spPr bwMode="auto">
          <a:xfrm>
            <a:off x="486796" y="2002082"/>
            <a:ext cx="907110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pPr>
            <a:r>
              <a:rPr lang="en-IN" sz="1800" b="1" dirty="0"/>
              <a:t>Frontend:</a:t>
            </a:r>
            <a:r>
              <a:rPr lang="en-IN" sz="1800" dirty="0"/>
              <a:t> React Native (Student App), React.js (Dashboard), </a:t>
            </a:r>
            <a:r>
              <a:rPr lang="en-IN" sz="1800" dirty="0" err="1"/>
              <a:t>TailwindCSS</a:t>
            </a:r>
            <a:r>
              <a:rPr lang="en-IN" sz="1800" dirty="0"/>
              <a:t> &amp; Material UI (UI)</a:t>
            </a:r>
            <a:br>
              <a:rPr lang="en-IN" sz="1800" dirty="0"/>
            </a:br>
            <a:r>
              <a:rPr lang="en-IN" sz="1800" b="1" dirty="0"/>
              <a:t>Backend:</a:t>
            </a:r>
            <a:r>
              <a:rPr lang="en-IN" sz="1800" dirty="0"/>
              <a:t> Node.js + Express</a:t>
            </a:r>
            <a:br>
              <a:rPr lang="en-IN" sz="1800" dirty="0"/>
            </a:br>
            <a:r>
              <a:rPr lang="en-IN" sz="1800" b="1" dirty="0"/>
              <a:t>Databases:</a:t>
            </a:r>
            <a:r>
              <a:rPr lang="en-IN" sz="1800" dirty="0"/>
              <a:t> Firebase (journals, forum, gamification), PostgreSQL (</a:t>
            </a:r>
            <a:r>
              <a:rPr lang="en-IN" sz="1800" dirty="0" err="1"/>
              <a:t>counselor</a:t>
            </a:r>
            <a:r>
              <a:rPr lang="en-IN" sz="1800" dirty="0"/>
              <a:t> profiles, analytics)</a:t>
            </a:r>
            <a:br>
              <a:rPr lang="en-IN" sz="1800" dirty="0"/>
            </a:br>
            <a:r>
              <a:rPr lang="en-IN" sz="1800" b="1" dirty="0"/>
              <a:t>AI/ML:</a:t>
            </a:r>
            <a:r>
              <a:rPr lang="en-IN" sz="1800" dirty="0"/>
              <a:t> </a:t>
            </a:r>
            <a:r>
              <a:rPr lang="en-IN" sz="1800" dirty="0" err="1"/>
              <a:t>DistilBERT</a:t>
            </a:r>
            <a:r>
              <a:rPr lang="en-IN" sz="1800" dirty="0"/>
              <a:t> (chat), PHQ-9/GAD-7/GHQ-12 (risk), Vertex AI Vector Search (RAG), content filters, personalization engine</a:t>
            </a:r>
            <a:br>
              <a:rPr lang="en-IN" sz="1800" dirty="0"/>
            </a:br>
            <a:r>
              <a:rPr lang="en-IN" sz="1800" b="1" dirty="0"/>
              <a:t>Voice &amp; Multilingual:</a:t>
            </a:r>
            <a:r>
              <a:rPr lang="en-IN" sz="1800" dirty="0"/>
              <a:t> Google STT, Google TTS, IndicTrans2</a:t>
            </a:r>
            <a:br>
              <a:rPr lang="en-IN" sz="1800" dirty="0"/>
            </a:br>
            <a:r>
              <a:rPr lang="en-IN" sz="1800" b="1" dirty="0"/>
              <a:t>Hosting &amp; DevOps:</a:t>
            </a:r>
            <a:r>
              <a:rPr lang="en-IN" sz="1800" dirty="0"/>
              <a:t> GCP / AWS (Cloud Run + Firebase)</a:t>
            </a:r>
            <a:endParaRPr lang="en-US" altLang="en-US" sz="1800" dirty="0">
              <a:solidFill>
                <a:schemeClr val="tx1"/>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8899C7-68F8-8F01-52AA-4817663EEDA4}"/>
              </a:ext>
            </a:extLst>
          </p:cNvPr>
          <p:cNvSpPr txBox="1"/>
          <p:nvPr/>
        </p:nvSpPr>
        <p:spPr>
          <a:xfrm>
            <a:off x="771181" y="451692"/>
            <a:ext cx="6257580" cy="646331"/>
          </a:xfrm>
          <a:prstGeom prst="rect">
            <a:avLst/>
          </a:prstGeom>
          <a:noFill/>
        </p:spPr>
        <p:txBody>
          <a:bodyPr wrap="square" rtlCol="0">
            <a:spAutoFit/>
          </a:bodyPr>
          <a:lstStyle/>
          <a:p>
            <a:r>
              <a:rPr lang="en-IN" altLang="en-US" sz="3600" b="1">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 Screenshots</a:t>
            </a:r>
            <a:endParaRPr lang="en-US" sz="3600" dirty="0"/>
          </a:p>
        </p:txBody>
      </p:sp>
      <p:sp>
        <p:nvSpPr>
          <p:cNvPr id="3" name="TextBox 2">
            <a:extLst>
              <a:ext uri="{FF2B5EF4-FFF2-40B4-BE49-F238E27FC236}">
                <a16:creationId xmlns:a16="http://schemas.microsoft.com/office/drawing/2014/main" id="{F28D604F-E38E-A0C2-1911-55BC026B2C56}"/>
              </a:ext>
            </a:extLst>
          </p:cNvPr>
          <p:cNvSpPr txBox="1"/>
          <p:nvPr/>
        </p:nvSpPr>
        <p:spPr>
          <a:xfrm>
            <a:off x="3693031" y="6449437"/>
            <a:ext cx="4250988" cy="369332"/>
          </a:xfrm>
          <a:prstGeom prst="rect">
            <a:avLst/>
          </a:prstGeom>
          <a:noFill/>
        </p:spPr>
        <p:txBody>
          <a:bodyPr wrap="square" rtlCol="0">
            <a:spAutoFit/>
          </a:bodyPr>
          <a:lstStyle/>
          <a:p>
            <a:r>
              <a:rPr lang="en-US" sz="1800" dirty="0"/>
              <a:t>Fig. 2 : </a:t>
            </a:r>
            <a:r>
              <a:rPr lang="en-US" sz="1800" dirty="0">
                <a:latin typeface="Times New Roman" panose="02020603050405020304" pitchFamily="18" charset="0"/>
              </a:rPr>
              <a:t>Dashboard</a:t>
            </a:r>
            <a:endParaRPr lang="en-US" sz="1800" dirty="0"/>
          </a:p>
        </p:txBody>
      </p:sp>
      <p:pic>
        <p:nvPicPr>
          <p:cNvPr id="7" name="Picture 6">
            <a:extLst>
              <a:ext uri="{FF2B5EF4-FFF2-40B4-BE49-F238E27FC236}">
                <a16:creationId xmlns:a16="http://schemas.microsoft.com/office/drawing/2014/main" id="{F06A1925-F2A4-6471-5F99-16836146684B}"/>
              </a:ext>
            </a:extLst>
          </p:cNvPr>
          <p:cNvPicPr>
            <a:picLocks noChangeAspect="1"/>
          </p:cNvPicPr>
          <p:nvPr/>
        </p:nvPicPr>
        <p:blipFill>
          <a:blip r:embed="rId2"/>
          <a:stretch>
            <a:fillRect/>
          </a:stretch>
        </p:blipFill>
        <p:spPr>
          <a:xfrm>
            <a:off x="591671" y="1777761"/>
            <a:ext cx="8454201" cy="4004152"/>
          </a:xfrm>
          <a:prstGeom prst="rect">
            <a:avLst/>
          </a:prstGeom>
        </p:spPr>
      </p:pic>
    </p:spTree>
    <p:extLst>
      <p:ext uri="{BB962C8B-B14F-4D97-AF65-F5344CB8AC3E}">
        <p14:creationId xmlns:p14="http://schemas.microsoft.com/office/powerpoint/2010/main" val="2158988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9AB94B-9300-495C-21EA-52C0CE7397DB}"/>
              </a:ext>
            </a:extLst>
          </p:cNvPr>
          <p:cNvSpPr txBox="1"/>
          <p:nvPr/>
        </p:nvSpPr>
        <p:spPr>
          <a:xfrm>
            <a:off x="3461398" y="6142207"/>
            <a:ext cx="4250988" cy="369332"/>
          </a:xfrm>
          <a:prstGeom prst="rect">
            <a:avLst/>
          </a:prstGeom>
          <a:noFill/>
        </p:spPr>
        <p:txBody>
          <a:bodyPr wrap="square" rtlCol="0">
            <a:spAutoFit/>
          </a:bodyPr>
          <a:lstStyle/>
          <a:p>
            <a:r>
              <a:rPr lang="en-US" sz="1800" dirty="0"/>
              <a:t>Fig. 3 : </a:t>
            </a:r>
            <a:r>
              <a:rPr lang="en-US" sz="1800" dirty="0" err="1">
                <a:latin typeface="Times New Roman" panose="02020603050405020304" pitchFamily="18" charset="0"/>
              </a:rPr>
              <a:t>Assesments</a:t>
            </a:r>
            <a:r>
              <a:rPr lang="en-US" sz="1800" dirty="0">
                <a:latin typeface="Times New Roman" panose="02020603050405020304" pitchFamily="18" charset="0"/>
              </a:rPr>
              <a:t> &amp; AI Assistance</a:t>
            </a:r>
            <a:r>
              <a:rPr lang="en-US" sz="1800" dirty="0"/>
              <a:t> </a:t>
            </a:r>
          </a:p>
        </p:txBody>
      </p:sp>
      <p:pic>
        <p:nvPicPr>
          <p:cNvPr id="5" name="Picture 4">
            <a:extLst>
              <a:ext uri="{FF2B5EF4-FFF2-40B4-BE49-F238E27FC236}">
                <a16:creationId xmlns:a16="http://schemas.microsoft.com/office/drawing/2014/main" id="{2E77865F-3F19-3102-45D6-51583BE0F672}"/>
              </a:ext>
            </a:extLst>
          </p:cNvPr>
          <p:cNvPicPr>
            <a:picLocks noChangeAspect="1"/>
          </p:cNvPicPr>
          <p:nvPr/>
        </p:nvPicPr>
        <p:blipFill>
          <a:blip r:embed="rId2"/>
          <a:stretch>
            <a:fillRect/>
          </a:stretch>
        </p:blipFill>
        <p:spPr>
          <a:xfrm>
            <a:off x="591672" y="1523744"/>
            <a:ext cx="8670664" cy="4084642"/>
          </a:xfrm>
          <a:prstGeom prst="rect">
            <a:avLst/>
          </a:prstGeom>
        </p:spPr>
      </p:pic>
    </p:spTree>
    <p:extLst>
      <p:ext uri="{BB962C8B-B14F-4D97-AF65-F5344CB8AC3E}">
        <p14:creationId xmlns:p14="http://schemas.microsoft.com/office/powerpoint/2010/main" val="3742511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CD9D3E-0BA8-1842-BDE4-BD700C8F8037}"/>
              </a:ext>
            </a:extLst>
          </p:cNvPr>
          <p:cNvSpPr txBox="1"/>
          <p:nvPr/>
        </p:nvSpPr>
        <p:spPr>
          <a:xfrm>
            <a:off x="3899372" y="6254770"/>
            <a:ext cx="4250988" cy="369332"/>
          </a:xfrm>
          <a:prstGeom prst="rect">
            <a:avLst/>
          </a:prstGeom>
          <a:noFill/>
        </p:spPr>
        <p:txBody>
          <a:bodyPr wrap="square" rtlCol="0">
            <a:spAutoFit/>
          </a:bodyPr>
          <a:lstStyle/>
          <a:p>
            <a:r>
              <a:rPr lang="en-US" sz="1800" dirty="0"/>
              <a:t>Fig. 4 : </a:t>
            </a:r>
            <a:r>
              <a:rPr lang="en-US" sz="1800" dirty="0">
                <a:latin typeface="Times New Roman" panose="02020603050405020304" pitchFamily="18" charset="0"/>
              </a:rPr>
              <a:t>Meeting Pods</a:t>
            </a:r>
            <a:endParaRPr lang="en-US" sz="1800" dirty="0"/>
          </a:p>
        </p:txBody>
      </p:sp>
      <p:pic>
        <p:nvPicPr>
          <p:cNvPr id="4" name="Picture 3">
            <a:extLst>
              <a:ext uri="{FF2B5EF4-FFF2-40B4-BE49-F238E27FC236}">
                <a16:creationId xmlns:a16="http://schemas.microsoft.com/office/drawing/2014/main" id="{87CBF0F9-FA29-E904-2250-44E6D792A9D6}"/>
              </a:ext>
            </a:extLst>
          </p:cNvPr>
          <p:cNvPicPr>
            <a:picLocks noChangeAspect="1"/>
          </p:cNvPicPr>
          <p:nvPr/>
        </p:nvPicPr>
        <p:blipFill>
          <a:blip r:embed="rId2"/>
          <a:stretch>
            <a:fillRect/>
          </a:stretch>
        </p:blipFill>
        <p:spPr>
          <a:xfrm>
            <a:off x="451822" y="1392321"/>
            <a:ext cx="8870160" cy="4201655"/>
          </a:xfrm>
          <a:prstGeom prst="rect">
            <a:avLst/>
          </a:prstGeom>
        </p:spPr>
      </p:pic>
    </p:spTree>
    <p:extLst>
      <p:ext uri="{BB962C8B-B14F-4D97-AF65-F5344CB8AC3E}">
        <p14:creationId xmlns:p14="http://schemas.microsoft.com/office/powerpoint/2010/main" val="512335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6DEB37-DC7C-949D-483C-382D75C511D2}"/>
              </a:ext>
            </a:extLst>
          </p:cNvPr>
          <p:cNvSpPr txBox="1"/>
          <p:nvPr/>
        </p:nvSpPr>
        <p:spPr>
          <a:xfrm>
            <a:off x="3279630" y="5922688"/>
            <a:ext cx="4250988" cy="369332"/>
          </a:xfrm>
          <a:prstGeom prst="rect">
            <a:avLst/>
          </a:prstGeom>
          <a:noFill/>
        </p:spPr>
        <p:txBody>
          <a:bodyPr wrap="square" rtlCol="0">
            <a:spAutoFit/>
          </a:bodyPr>
          <a:lstStyle/>
          <a:p>
            <a:r>
              <a:rPr lang="en-US" sz="1800" dirty="0"/>
              <a:t>Fig. 5 : </a:t>
            </a:r>
            <a:r>
              <a:rPr lang="en-US" sz="1800" dirty="0">
                <a:latin typeface="Times New Roman" panose="02020603050405020304" pitchFamily="18" charset="0"/>
              </a:rPr>
              <a:t>Daily Challenges</a:t>
            </a:r>
            <a:endParaRPr lang="en-US" sz="1800" dirty="0"/>
          </a:p>
        </p:txBody>
      </p:sp>
      <p:pic>
        <p:nvPicPr>
          <p:cNvPr id="5" name="Picture 4">
            <a:extLst>
              <a:ext uri="{FF2B5EF4-FFF2-40B4-BE49-F238E27FC236}">
                <a16:creationId xmlns:a16="http://schemas.microsoft.com/office/drawing/2014/main" id="{05B6494C-0FCA-41F3-A063-3B84EDADF8A4}"/>
              </a:ext>
            </a:extLst>
          </p:cNvPr>
          <p:cNvPicPr>
            <a:picLocks noChangeAspect="1"/>
          </p:cNvPicPr>
          <p:nvPr/>
        </p:nvPicPr>
        <p:blipFill>
          <a:blip r:embed="rId2"/>
          <a:stretch>
            <a:fillRect/>
          </a:stretch>
        </p:blipFill>
        <p:spPr>
          <a:xfrm>
            <a:off x="1032787" y="1366221"/>
            <a:ext cx="7487979" cy="4125709"/>
          </a:xfrm>
          <a:prstGeom prst="rect">
            <a:avLst/>
          </a:prstGeom>
        </p:spPr>
      </p:pic>
    </p:spTree>
    <p:extLst>
      <p:ext uri="{BB962C8B-B14F-4D97-AF65-F5344CB8AC3E}">
        <p14:creationId xmlns:p14="http://schemas.microsoft.com/office/powerpoint/2010/main" val="3659613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7B3A47-7F2A-86E0-49C7-D8B7D876E20E}"/>
              </a:ext>
            </a:extLst>
          </p:cNvPr>
          <p:cNvSpPr txBox="1"/>
          <p:nvPr/>
        </p:nvSpPr>
        <p:spPr>
          <a:xfrm>
            <a:off x="3566572" y="6146645"/>
            <a:ext cx="4250988" cy="369332"/>
          </a:xfrm>
          <a:prstGeom prst="rect">
            <a:avLst/>
          </a:prstGeom>
          <a:noFill/>
        </p:spPr>
        <p:txBody>
          <a:bodyPr wrap="square" rtlCol="0">
            <a:spAutoFit/>
          </a:bodyPr>
          <a:lstStyle/>
          <a:p>
            <a:r>
              <a:rPr lang="en-US" sz="1800" dirty="0"/>
              <a:t>Fig. 6 : </a:t>
            </a:r>
            <a:r>
              <a:rPr lang="en-US" sz="1800" dirty="0">
                <a:latin typeface="Times New Roman" panose="02020603050405020304" pitchFamily="18" charset="0"/>
              </a:rPr>
              <a:t>Competitive Challenges</a:t>
            </a:r>
            <a:endParaRPr lang="en-US" sz="1800" dirty="0"/>
          </a:p>
        </p:txBody>
      </p:sp>
      <p:pic>
        <p:nvPicPr>
          <p:cNvPr id="5" name="Picture 4">
            <a:extLst>
              <a:ext uri="{FF2B5EF4-FFF2-40B4-BE49-F238E27FC236}">
                <a16:creationId xmlns:a16="http://schemas.microsoft.com/office/drawing/2014/main" id="{2F762B4D-2517-579C-EEC6-F81EF0195B00}"/>
              </a:ext>
            </a:extLst>
          </p:cNvPr>
          <p:cNvPicPr>
            <a:picLocks noChangeAspect="1"/>
          </p:cNvPicPr>
          <p:nvPr/>
        </p:nvPicPr>
        <p:blipFill>
          <a:blip r:embed="rId2"/>
          <a:stretch>
            <a:fillRect/>
          </a:stretch>
        </p:blipFill>
        <p:spPr>
          <a:xfrm>
            <a:off x="1097280" y="1625830"/>
            <a:ext cx="7713233" cy="3279832"/>
          </a:xfrm>
          <a:prstGeom prst="rect">
            <a:avLst/>
          </a:prstGeom>
        </p:spPr>
      </p:pic>
    </p:spTree>
    <p:extLst>
      <p:ext uri="{BB962C8B-B14F-4D97-AF65-F5344CB8AC3E}">
        <p14:creationId xmlns:p14="http://schemas.microsoft.com/office/powerpoint/2010/main" val="1629953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7DD4A9-8642-AEDD-0D80-0C2415B6A00E}"/>
              </a:ext>
            </a:extLst>
          </p:cNvPr>
          <p:cNvSpPr txBox="1"/>
          <p:nvPr/>
        </p:nvSpPr>
        <p:spPr>
          <a:xfrm>
            <a:off x="1484243" y="445461"/>
            <a:ext cx="5062330" cy="6463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mn-ea"/>
                <a:cs typeface="DejaVu Sans" charset="0"/>
              </a:rPr>
              <a:t>Conclusion </a:t>
            </a:r>
          </a:p>
        </p:txBody>
      </p:sp>
      <p:sp>
        <p:nvSpPr>
          <p:cNvPr id="9" name="TextBox 8">
            <a:extLst>
              <a:ext uri="{FF2B5EF4-FFF2-40B4-BE49-F238E27FC236}">
                <a16:creationId xmlns:a16="http://schemas.microsoft.com/office/drawing/2014/main" id="{3F8B5F99-4049-95A5-C441-A613E20A7819}"/>
              </a:ext>
            </a:extLst>
          </p:cNvPr>
          <p:cNvSpPr txBox="1"/>
          <p:nvPr/>
        </p:nvSpPr>
        <p:spPr>
          <a:xfrm>
            <a:off x="662608" y="1376354"/>
            <a:ext cx="7275162" cy="3365024"/>
          </a:xfrm>
          <a:prstGeom prst="rect">
            <a:avLst/>
          </a:prstGeom>
          <a:noFill/>
        </p:spPr>
        <p:txBody>
          <a:bodyPr wrap="square">
            <a:spAutoFit/>
          </a:bodyPr>
          <a:lstStyle/>
          <a:p>
            <a:pPr algn="just">
              <a:lnSpc>
                <a:spcPct val="150000"/>
              </a:lnSpc>
            </a:pPr>
            <a:r>
              <a:rPr lang="en-GB" sz="1800" dirty="0"/>
              <a:t>Our platform addresses the rising mental health challenges among students by providing accessible, personalized, and culturally sensitive support. Through features like the conversational AI assistant, mood tracking, resources hub, gamified engagement, confidential bookings, and an admin dashboard, we aim to empower students, reduce stigma, and make mental wellness a part of everyday life </a:t>
            </a:r>
            <a:r>
              <a:rPr lang="en-GB" sz="1800" i="1" dirty="0"/>
              <a:t>bridging the gap in mental health support with innovation, inclusivity, and continuous engagement.</a:t>
            </a:r>
            <a:endParaRPr lang="en-GB" sz="1800" dirty="0"/>
          </a:p>
        </p:txBody>
      </p:sp>
    </p:spTree>
    <p:extLst>
      <p:ext uri="{BB962C8B-B14F-4D97-AF65-F5344CB8AC3E}">
        <p14:creationId xmlns:p14="http://schemas.microsoft.com/office/powerpoint/2010/main" val="844271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89ACA-13D4-FEC9-E1B5-A71D707CC8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0DEFDF-E5D1-6D0C-D23E-63A6E0245A91}"/>
              </a:ext>
            </a:extLst>
          </p:cNvPr>
          <p:cNvSpPr txBox="1"/>
          <p:nvPr/>
        </p:nvSpPr>
        <p:spPr>
          <a:xfrm>
            <a:off x="649356" y="558104"/>
            <a:ext cx="5062330"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mn-ea"/>
                <a:cs typeface="DejaVu Sans" charset="0"/>
              </a:rPr>
              <a:t>References</a:t>
            </a:r>
          </a:p>
        </p:txBody>
      </p:sp>
      <p:sp>
        <p:nvSpPr>
          <p:cNvPr id="5" name="TextBox 4">
            <a:extLst>
              <a:ext uri="{FF2B5EF4-FFF2-40B4-BE49-F238E27FC236}">
                <a16:creationId xmlns:a16="http://schemas.microsoft.com/office/drawing/2014/main" id="{9B32B296-3926-2B1B-F89F-37720B40D3AB}"/>
              </a:ext>
            </a:extLst>
          </p:cNvPr>
          <p:cNvSpPr txBox="1"/>
          <p:nvPr/>
        </p:nvSpPr>
        <p:spPr>
          <a:xfrm>
            <a:off x="-170444" y="1334025"/>
            <a:ext cx="8857244" cy="5547481"/>
          </a:xfrm>
          <a:prstGeom prst="rect">
            <a:avLst/>
          </a:prstGeom>
          <a:noFill/>
        </p:spPr>
        <p:txBody>
          <a:bodyPr wrap="square">
            <a:spAutoFit/>
          </a:bodyPr>
          <a:lstStyle/>
          <a:p>
            <a:pPr marL="724535" marR="786765" algn="just">
              <a:lnSpc>
                <a:spcPct val="150000"/>
              </a:lnSpc>
              <a:buNone/>
              <a:tabLst>
                <a:tab pos="953135" algn="l"/>
              </a:tabLst>
            </a:pPr>
            <a:r>
              <a:rPr lang="en-US" dirty="0">
                <a:effectLst/>
                <a:latin typeface="Times New Roman" panose="02020603050405020304" pitchFamily="18" charset="0"/>
                <a:ea typeface="Times New Roman" panose="02020603050405020304" pitchFamily="18" charset="0"/>
              </a:rPr>
              <a:t>[1</a:t>
            </a:r>
            <a:r>
              <a:rPr lang="en-US" u="sng" dirty="0">
                <a:solidFill>
                  <a:srgbClr val="0000FF"/>
                </a:solidFill>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Gamification and AI: Enhancing User Engagement through Intelligent Systems -Carlos J. Costa, Joao Tiago Aparicio, Manuela Aparicio, Sofia Aparicio (2024)</a:t>
            </a:r>
          </a:p>
          <a:p>
            <a:pPr marL="724535" marR="786765" algn="just">
              <a:lnSpc>
                <a:spcPct val="150000"/>
              </a:lnSpc>
              <a:buNone/>
              <a:tabLst>
                <a:tab pos="953135" algn="l"/>
              </a:tabLst>
            </a:pPr>
            <a:r>
              <a:rPr lang="en-US" u="sng" dirty="0">
                <a:solidFill>
                  <a:srgbClr val="0000FF"/>
                </a:solidFill>
                <a:effectLst/>
                <a:latin typeface="Times New Roman" panose="02020603050405020304" pitchFamily="18" charset="0"/>
                <a:ea typeface="Times New Roman" panose="02020603050405020304" pitchFamily="18" charset="0"/>
                <a:hlinkClick r:id="rId2"/>
              </a:rPr>
              <a:t>https://drive.google.com/file/d/1EuF_fT43h20ok2wMkFB2FGsgQVVcTEh_/view?usp=drive_link</a:t>
            </a:r>
            <a:r>
              <a:rPr lang="en-US" u="sng" dirty="0">
                <a:solidFill>
                  <a:srgbClr val="0000FF"/>
                </a:solidFill>
                <a:latin typeface="Times New Roman" panose="02020603050405020304" pitchFamily="18" charset="0"/>
                <a:ea typeface="Times New Roman" panose="02020603050405020304" pitchFamily="18" charset="0"/>
              </a:rPr>
              <a:t> </a:t>
            </a:r>
            <a:endParaRPr lang="en-US" dirty="0">
              <a:effectLst/>
              <a:latin typeface="Times New Roman" panose="02020603050405020304" pitchFamily="18" charset="0"/>
              <a:ea typeface="Times New Roman" panose="02020603050405020304" pitchFamily="18" charset="0"/>
            </a:endParaRPr>
          </a:p>
          <a:p>
            <a:pPr marL="724535" marR="786765" algn="just">
              <a:lnSpc>
                <a:spcPct val="150000"/>
              </a:lnSpc>
              <a:buNone/>
              <a:tabLst>
                <a:tab pos="953135" algn="l"/>
              </a:tabLst>
            </a:pPr>
            <a:r>
              <a:rPr lang="en-US" dirty="0">
                <a:effectLst/>
                <a:latin typeface="Times New Roman" panose="02020603050405020304" pitchFamily="18" charset="0"/>
                <a:ea typeface="Times New Roman" panose="02020603050405020304" pitchFamily="18" charset="0"/>
              </a:rPr>
              <a:t>[2] Adaptive Learning Using Artificial Intelligence in e-Learning: A Literature Review - Ilie </a:t>
            </a:r>
            <a:r>
              <a:rPr lang="en-US" dirty="0" err="1">
                <a:effectLst/>
                <a:latin typeface="Times New Roman" panose="02020603050405020304" pitchFamily="18" charset="0"/>
                <a:ea typeface="Times New Roman" panose="02020603050405020304" pitchFamily="18" charset="0"/>
              </a:rPr>
              <a:t>Gligorea</a:t>
            </a:r>
            <a:r>
              <a:rPr lang="en-US" dirty="0">
                <a:effectLst/>
                <a:latin typeface="Times New Roman" panose="02020603050405020304" pitchFamily="18" charset="0"/>
                <a:ea typeface="Times New Roman" panose="02020603050405020304" pitchFamily="18" charset="0"/>
              </a:rPr>
              <a:t> , Marius </a:t>
            </a:r>
            <a:r>
              <a:rPr lang="en-US" dirty="0" err="1">
                <a:effectLst/>
                <a:latin typeface="Times New Roman" panose="02020603050405020304" pitchFamily="18" charset="0"/>
                <a:ea typeface="Times New Roman" panose="02020603050405020304" pitchFamily="18" charset="0"/>
              </a:rPr>
              <a:t>Cioca</a:t>
            </a:r>
            <a:r>
              <a:rPr lang="en-US" dirty="0">
                <a:effectLst/>
                <a:latin typeface="Times New Roman" panose="02020603050405020304" pitchFamily="18" charset="0"/>
                <a:ea typeface="Times New Roman" panose="02020603050405020304" pitchFamily="18" charset="0"/>
              </a:rPr>
              <a:t>, Romana Oancea, Andra-Teodora Gorski, Hortensia Gorski and Paul Tudorache (2024)</a:t>
            </a:r>
          </a:p>
          <a:p>
            <a:pPr marL="724535" marR="786765" algn="just">
              <a:lnSpc>
                <a:spcPct val="150000"/>
              </a:lnSpc>
              <a:buNone/>
              <a:tabLst>
                <a:tab pos="953135" algn="l"/>
              </a:tabLst>
            </a:pPr>
            <a:r>
              <a:rPr lang="en-US" u="sng" dirty="0">
                <a:solidFill>
                  <a:srgbClr val="0000FF"/>
                </a:solidFill>
                <a:latin typeface="Times New Roman" panose="02020603050405020304" pitchFamily="18" charset="0"/>
                <a:ea typeface="Times New Roman" panose="02020603050405020304" pitchFamily="18" charset="0"/>
                <a:hlinkClick r:id="rId3"/>
              </a:rPr>
              <a:t>https://drive.google.com/file/d/1UMRUOXfz8PkZzffbKYi9Yr-C4Cu1t1VW/view?usp=drive_link</a:t>
            </a:r>
            <a:r>
              <a:rPr lang="en-US" u="sng" dirty="0">
                <a:solidFill>
                  <a:srgbClr val="0000FF"/>
                </a:solidFill>
                <a:latin typeface="Times New Roman" panose="02020603050405020304" pitchFamily="18" charset="0"/>
                <a:ea typeface="Times New Roman" panose="02020603050405020304" pitchFamily="18" charset="0"/>
              </a:rPr>
              <a:t> </a:t>
            </a:r>
            <a:endParaRPr lang="en-US" dirty="0">
              <a:effectLst/>
              <a:latin typeface="Times New Roman" panose="02020603050405020304" pitchFamily="18" charset="0"/>
              <a:ea typeface="Times New Roman" panose="02020603050405020304" pitchFamily="18" charset="0"/>
            </a:endParaRPr>
          </a:p>
          <a:p>
            <a:pPr marL="724535" marR="786765" algn="just">
              <a:lnSpc>
                <a:spcPct val="150000"/>
              </a:lnSpc>
              <a:buNone/>
              <a:tabLst>
                <a:tab pos="953135" algn="l"/>
              </a:tabLst>
            </a:pPr>
            <a:r>
              <a:rPr lang="en-US" dirty="0">
                <a:effectLst/>
                <a:latin typeface="Times New Roman" panose="02020603050405020304" pitchFamily="18" charset="0"/>
                <a:ea typeface="Times New Roman" panose="02020603050405020304" pitchFamily="18" charset="0"/>
              </a:rPr>
              <a:t>[3] Gamified AI-Driven Assessments - Namya Joshi , Monica Joshi (2024)</a:t>
            </a:r>
          </a:p>
          <a:p>
            <a:pPr marL="724535" marR="786765" algn="just">
              <a:lnSpc>
                <a:spcPct val="150000"/>
              </a:lnSpc>
              <a:buNone/>
              <a:tabLst>
                <a:tab pos="953135" algn="l"/>
              </a:tabLst>
            </a:pPr>
            <a:r>
              <a:rPr lang="en-US" u="sng" dirty="0">
                <a:solidFill>
                  <a:srgbClr val="0000FF"/>
                </a:solidFill>
                <a:effectLst/>
                <a:latin typeface="Times New Roman" panose="02020603050405020304" pitchFamily="18" charset="0"/>
                <a:ea typeface="Times New Roman" panose="02020603050405020304" pitchFamily="18" charset="0"/>
                <a:hlinkClick r:id="rId4"/>
              </a:rPr>
              <a:t>https://drive.google.com/file/d/1yBbOR6ffz0DT5AWzpjeLdwy7A2SYxhOA/view?usp=drive_link</a:t>
            </a:r>
            <a:r>
              <a:rPr lang="en-US" dirty="0">
                <a:effectLst/>
                <a:latin typeface="Times New Roman" panose="02020603050405020304" pitchFamily="18" charset="0"/>
                <a:ea typeface="Times New Roman" panose="02020603050405020304" pitchFamily="18" charset="0"/>
              </a:rPr>
              <a:t> </a:t>
            </a:r>
          </a:p>
          <a:p>
            <a:pPr marL="724535" marR="786765" algn="just">
              <a:lnSpc>
                <a:spcPct val="150000"/>
              </a:lnSpc>
              <a:buNone/>
              <a:tabLst>
                <a:tab pos="953135" algn="l"/>
              </a:tabLst>
            </a:pPr>
            <a:r>
              <a:rPr lang="en-US" dirty="0">
                <a:effectLst/>
                <a:latin typeface="Times New Roman" panose="02020603050405020304" pitchFamily="18" charset="0"/>
                <a:ea typeface="Times New Roman" panose="02020603050405020304" pitchFamily="18" charset="0"/>
              </a:rPr>
              <a:t>[4] Leveraging AI in E-Learning: Personalized Learning and Adaptive Assessment through Cognitive Neuropsychology—A Systematic Analysis - Constantinos </a:t>
            </a:r>
            <a:r>
              <a:rPr lang="en-US" dirty="0" err="1">
                <a:effectLst/>
                <a:latin typeface="Times New Roman" panose="02020603050405020304" pitchFamily="18" charset="0"/>
                <a:ea typeface="Times New Roman" panose="02020603050405020304" pitchFamily="18" charset="0"/>
              </a:rPr>
              <a:t>Halkiopoulos</a:t>
            </a:r>
            <a:r>
              <a:rPr lang="en-US" dirty="0">
                <a:effectLst/>
                <a:latin typeface="Times New Roman" panose="02020603050405020304" pitchFamily="18" charset="0"/>
                <a:ea typeface="Times New Roman" panose="02020603050405020304" pitchFamily="18" charset="0"/>
              </a:rPr>
              <a:t> and Evgenia </a:t>
            </a:r>
            <a:r>
              <a:rPr lang="en-US" dirty="0" err="1">
                <a:effectLst/>
                <a:latin typeface="Times New Roman" panose="02020603050405020304" pitchFamily="18" charset="0"/>
                <a:ea typeface="Times New Roman" panose="02020603050405020304" pitchFamily="18" charset="0"/>
              </a:rPr>
              <a:t>Gkintoni</a:t>
            </a:r>
            <a:r>
              <a:rPr lang="en-US" dirty="0">
                <a:effectLst/>
                <a:latin typeface="Times New Roman" panose="02020603050405020304" pitchFamily="18" charset="0"/>
                <a:ea typeface="Times New Roman" panose="02020603050405020304" pitchFamily="18" charset="0"/>
              </a:rPr>
              <a:t> (2024)</a:t>
            </a:r>
          </a:p>
          <a:p>
            <a:pPr marL="724535" marR="786765" algn="just">
              <a:lnSpc>
                <a:spcPct val="150000"/>
              </a:lnSpc>
              <a:buNone/>
              <a:tabLst>
                <a:tab pos="953135" algn="l"/>
              </a:tabLst>
            </a:pPr>
            <a:r>
              <a:rPr lang="en-US" u="sng" dirty="0">
                <a:solidFill>
                  <a:srgbClr val="0000FF"/>
                </a:solidFill>
                <a:effectLst/>
                <a:latin typeface="Times New Roman" panose="02020603050405020304" pitchFamily="18" charset="0"/>
                <a:ea typeface="Times New Roman" panose="02020603050405020304" pitchFamily="18" charset="0"/>
                <a:hlinkClick r:id="rId5"/>
              </a:rPr>
              <a:t>https://drive.google.com/file/d/1QdD1uXSLoSyDKS5V5dS9ToipkocNyF_r/view?usp=drive_link</a:t>
            </a:r>
            <a:r>
              <a:rPr lang="en-US" dirty="0">
                <a:effectLst/>
                <a:latin typeface="Times New Roman" panose="02020603050405020304" pitchFamily="18" charset="0"/>
                <a:ea typeface="Times New Roman" panose="02020603050405020304" pitchFamily="18" charset="0"/>
              </a:rPr>
              <a:t>  </a:t>
            </a:r>
          </a:p>
          <a:p>
            <a:pPr marL="724535" marR="786765" algn="just">
              <a:lnSpc>
                <a:spcPct val="150000"/>
              </a:lnSpc>
              <a:buNone/>
              <a:tabLst>
                <a:tab pos="953135" algn="l"/>
              </a:tabLst>
            </a:pPr>
            <a:r>
              <a:rPr lang="en-US" dirty="0">
                <a:effectLst/>
                <a:latin typeface="Times New Roman" panose="02020603050405020304" pitchFamily="18" charset="0"/>
                <a:ea typeface="Times New Roman" panose="02020603050405020304" pitchFamily="18" charset="0"/>
              </a:rPr>
              <a:t>[5] Analyzing the Impact of Gamification Techniques on Enhancing Learner Engagement, Motivation, and Knowledge Retention: A Structural Equation Modeling Approach - </a:t>
            </a:r>
            <a:r>
              <a:rPr lang="en-US" dirty="0" err="1">
                <a:effectLst/>
                <a:latin typeface="Times New Roman" panose="02020603050405020304" pitchFamily="18" charset="0"/>
                <a:ea typeface="Times New Roman" panose="02020603050405020304" pitchFamily="18" charset="0"/>
              </a:rPr>
              <a:t>Lassaad</a:t>
            </a:r>
            <a:r>
              <a:rPr lang="en-US" dirty="0">
                <a:effectLst/>
                <a:latin typeface="Times New Roman" panose="02020603050405020304" pitchFamily="18" charset="0"/>
                <a:ea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rPr>
              <a:t>Smirani</a:t>
            </a:r>
            <a:r>
              <a:rPr lang="en-US" dirty="0">
                <a:effectLst/>
                <a:latin typeface="Times New Roman" panose="02020603050405020304" pitchFamily="18" charset="0"/>
                <a:ea typeface="Times New Roman" panose="02020603050405020304" pitchFamily="18" charset="0"/>
              </a:rPr>
              <a:t> and Hanaa Yamani (2024)</a:t>
            </a:r>
          </a:p>
          <a:p>
            <a:pPr marL="724535" marR="786765" algn="just">
              <a:lnSpc>
                <a:spcPct val="150000"/>
              </a:lnSpc>
              <a:tabLst>
                <a:tab pos="953135" algn="l"/>
              </a:tabLst>
            </a:pPr>
            <a:r>
              <a:rPr lang="en-US" u="sng" dirty="0">
                <a:solidFill>
                  <a:srgbClr val="0000FF"/>
                </a:solidFill>
                <a:effectLst/>
                <a:latin typeface="Times New Roman" panose="02020603050405020304" pitchFamily="18" charset="0"/>
                <a:ea typeface="Times New Roman" panose="02020603050405020304" pitchFamily="18" charset="0"/>
                <a:hlinkClick r:id="rId6"/>
              </a:rPr>
              <a:t>https://drive.google.com/file/d/18xmyvHehW6b_d8mVt40h4dmvlYbKZT14/view?usp=drive_link</a:t>
            </a:r>
            <a:r>
              <a:rPr lang="en-US"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4217212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7"/>
        <p:cNvGrpSpPr/>
        <p:nvPr/>
      </p:nvGrpSpPr>
      <p:grpSpPr>
        <a:xfrm>
          <a:off x="0" y="0"/>
          <a:ext cx="0" cy="0"/>
          <a:chOff x="0" y="0"/>
          <a:chExt cx="0" cy="0"/>
        </a:xfrm>
      </p:grpSpPr>
      <p:sp>
        <p:nvSpPr>
          <p:cNvPr id="298" name="Google Shape;298;p35"/>
          <p:cNvSpPr txBox="1"/>
          <p:nvPr/>
        </p:nvSpPr>
        <p:spPr>
          <a:xfrm>
            <a:off x="386113" y="4761633"/>
            <a:ext cx="9071100" cy="126210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Thank You...!!</a:t>
            </a:r>
            <a:endParaRPr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1133" y="2111701"/>
            <a:ext cx="4256088" cy="240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Facet">
  <a:themeElements>
    <a:clrScheme name="default">
      <a:dk1>
        <a:srgbClr val="000000"/>
      </a:dk1>
      <a:lt1>
        <a:srgbClr val="FFFFFF"/>
      </a:lt1>
      <a:dk2>
        <a:srgbClr val="2C3C43"/>
      </a:dk2>
      <a:lt2>
        <a:srgbClr val="EBEBEB"/>
      </a:lt2>
      <a:accent1>
        <a:srgbClr val="5FCBEF"/>
      </a:accent1>
      <a:accent2>
        <a:srgbClr val="2E83C3"/>
      </a:accent2>
      <a:accent3>
        <a:srgbClr val="FFFFFF"/>
      </a:accent3>
      <a:accent4>
        <a:srgbClr val="5FCBEF"/>
      </a:accent4>
      <a:accent5>
        <a:srgbClr val="2E83C3"/>
      </a:accent5>
      <a:accent6>
        <a:srgbClr val="FFFFFF"/>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3921</TotalTime>
  <Words>1006</Words>
  <Application>Microsoft Office PowerPoint</Application>
  <PresentationFormat>Custom</PresentationFormat>
  <Paragraphs>96</Paragraphs>
  <Slides>17</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Arial</vt:lpstr>
      <vt:lpstr>Artifakt Element Book</vt:lpstr>
      <vt:lpstr>Courier New</vt:lpstr>
      <vt:lpstr>Noto Sans Symbols</vt:lpstr>
      <vt:lpstr>Times New Roman</vt:lpstr>
      <vt:lpstr>Trebuchet MS</vt:lpstr>
      <vt:lpstr>Wingdings</vt:lpstr>
      <vt:lpstr>Facet</vt:lpstr>
      <vt:lpstr>Facet</vt:lpstr>
      <vt:lpstr>PowerPoint Presentation</vt:lpstr>
      <vt:lpstr>Outline</vt:lpstr>
      <vt:lpstr>PowerPoint Presentation</vt:lpstr>
      <vt:lpstr>Literature Survey:</vt:lpstr>
      <vt:lpstr>Limitations in Existing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Sagar Mane</cp:lastModifiedBy>
  <cp:revision>102</cp:revision>
  <dcterms:modified xsi:type="dcterms:W3CDTF">2025-10-10T03:48:56Z</dcterms:modified>
</cp:coreProperties>
</file>